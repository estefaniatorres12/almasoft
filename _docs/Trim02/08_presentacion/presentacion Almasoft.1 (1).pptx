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Roboto"/>
      <p:regular r:id="rId29"/>
      <p:bold r:id="rId30"/>
      <p:italic r:id="rId31"/>
      <p:boldItalic r:id="rId32"/>
    </p:embeddedFont>
    <p:embeddedFont>
      <p:font typeface="Nunito"/>
      <p:regular r:id="rId33"/>
      <p:bold r:id="rId34"/>
      <p:italic r:id="rId35"/>
      <p:boldItalic r:id="rId36"/>
    </p:embeddedFont>
    <p:embeddedFont>
      <p:font typeface="Maven Pro"/>
      <p:regular r:id="rId37"/>
      <p:bold r:id="rId38"/>
    </p:embeddedFont>
    <p:embeddedFont>
      <p:font typeface="Work Sans Medium"/>
      <p:regular r:id="rId39"/>
      <p:bold r:id="rId40"/>
      <p:italic r:id="rId41"/>
      <p:boldItalic r:id="rId42"/>
    </p:embeddedFont>
    <p:embeddedFont>
      <p:font typeface="Work Sans"/>
      <p:regular r:id="rId43"/>
      <p:bold r:id="rId44"/>
      <p:italic r:id="rId45"/>
      <p:boldItalic r:id="rId46"/>
    </p:embeddedFont>
    <p:embeddedFont>
      <p:font typeface="Work Sans Light"/>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viqSFKBcx4jgtDz2sfpJyo/fX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26F377-C8DF-4FEC-9051-80873FABB916}">
  <a:tblStyle styleId="{DF26F377-C8DF-4FEC-9051-80873FABB91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WorkSansMedium-bold.fntdata"/><Relationship Id="rId42" Type="http://schemas.openxmlformats.org/officeDocument/2006/relationships/font" Target="fonts/WorkSansMedium-boldItalic.fntdata"/><Relationship Id="rId41" Type="http://schemas.openxmlformats.org/officeDocument/2006/relationships/font" Target="fonts/WorkSansMedium-italic.fntdata"/><Relationship Id="rId44" Type="http://schemas.openxmlformats.org/officeDocument/2006/relationships/font" Target="fonts/WorkSans-bold.fntdata"/><Relationship Id="rId43" Type="http://schemas.openxmlformats.org/officeDocument/2006/relationships/font" Target="fonts/WorkSans-regular.fntdata"/><Relationship Id="rId46" Type="http://schemas.openxmlformats.org/officeDocument/2006/relationships/font" Target="fonts/WorkSans-boldItalic.fntdata"/><Relationship Id="rId45" Type="http://schemas.openxmlformats.org/officeDocument/2006/relationships/font" Target="fonts/Work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WorkSansLight-bold.fntdata"/><Relationship Id="rId47" Type="http://schemas.openxmlformats.org/officeDocument/2006/relationships/font" Target="fonts/WorkSansLight-regular.fntdata"/><Relationship Id="rId49" Type="http://schemas.openxmlformats.org/officeDocument/2006/relationships/font" Target="fonts/WorkSans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33" Type="http://schemas.openxmlformats.org/officeDocument/2006/relationships/font" Target="fonts/Nunito-regular.fntdata"/><Relationship Id="rId32" Type="http://schemas.openxmlformats.org/officeDocument/2006/relationships/font" Target="fonts/Roboto-boldItalic.fntdata"/><Relationship Id="rId35" Type="http://schemas.openxmlformats.org/officeDocument/2006/relationships/font" Target="fonts/Nunito-italic.fntdata"/><Relationship Id="rId34" Type="http://schemas.openxmlformats.org/officeDocument/2006/relationships/font" Target="fonts/Nunito-bold.fntdata"/><Relationship Id="rId37" Type="http://schemas.openxmlformats.org/officeDocument/2006/relationships/font" Target="fonts/MavenPro-regular.fntdata"/><Relationship Id="rId36" Type="http://schemas.openxmlformats.org/officeDocument/2006/relationships/font" Target="fonts/Nunito-boldItalic.fntdata"/><Relationship Id="rId39" Type="http://schemas.openxmlformats.org/officeDocument/2006/relationships/font" Target="fonts/WorkSansMedium-regular.fntdata"/><Relationship Id="rId38" Type="http://schemas.openxmlformats.org/officeDocument/2006/relationships/font" Target="fonts/MavenPro-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font" Target="fonts/Roboto-regular.fntdata"/><Relationship Id="rId51" Type="http://customschemas.google.com/relationships/presentationmetadata" Target="metadata"/><Relationship Id="rId50" Type="http://schemas.openxmlformats.org/officeDocument/2006/relationships/font" Target="fonts/WorkSans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63031deb29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63031deb29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63031deb29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3031deb29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363031deb2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63031deb29_0_2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363031deb29_0_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63031deb29_0_29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g363031deb29_0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4e0c3432ec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27" name="Google Shape;327;g34e0c3432ec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36" name="Google Shape;3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63031deb29_0_3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g363031deb29_0_3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53" name="Google Shape;3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60" name="Google Shape;3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69" name="Google Shape;3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77" name="Google Shape;3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395" name="Google Shape;3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07" name="Google Shape;40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16" name="Google Shape;4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26" name="Google Shape;42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63031deb29_0_4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0" name="Google Shape;450;g363031deb29_0_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63031deb29_0_5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g363031deb29_0_5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63031deb29_0_5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4" name="Google Shape;464;g363031deb29_0_5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63031deb29_0_5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g363031deb29_0_5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63031deb29_0_5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7" name="Google Shape;477;g363031deb29_0_5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b="0" i="0" sz="1200" u="none" cap="none" strike="noStrike">
              <a:solidFill>
                <a:schemeClr val="dk1"/>
              </a:solidFill>
              <a:latin typeface="Calibri"/>
              <a:ea typeface="Calibri"/>
              <a:cs typeface="Calibri"/>
              <a:sym typeface="Calibri"/>
            </a:endParaRPr>
          </a:p>
        </p:txBody>
      </p:sp>
      <p:sp>
        <p:nvSpPr>
          <p:cNvPr id="484" name="Google Shape;48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13" name="Shape 13"/>
        <p:cNvGrpSpPr/>
        <p:nvPr/>
      </p:nvGrpSpPr>
      <p:grpSpPr>
        <a:xfrm>
          <a:off x="0" y="0"/>
          <a:ext cx="0" cy="0"/>
          <a:chOff x="0" y="0"/>
          <a:chExt cx="0" cy="0"/>
        </a:xfrm>
      </p:grpSpPr>
      <p:grpSp>
        <p:nvGrpSpPr>
          <p:cNvPr id="14" name="Google Shape;14;g3aa99a2561f_0_845"/>
          <p:cNvGrpSpPr/>
          <p:nvPr/>
        </p:nvGrpSpPr>
        <p:grpSpPr>
          <a:xfrm>
            <a:off x="9790426" y="4546120"/>
            <a:ext cx="2255173" cy="2310006"/>
            <a:chOff x="7343003" y="3409675"/>
            <a:chExt cx="1691422" cy="1732548"/>
          </a:xfrm>
        </p:grpSpPr>
        <p:grpSp>
          <p:nvGrpSpPr>
            <p:cNvPr id="15" name="Google Shape;15;g3aa99a2561f_0_845"/>
            <p:cNvGrpSpPr/>
            <p:nvPr/>
          </p:nvGrpSpPr>
          <p:grpSpPr>
            <a:xfrm>
              <a:off x="7343003" y="4453711"/>
              <a:ext cx="316800" cy="688513"/>
              <a:chOff x="7343003" y="4453711"/>
              <a:chExt cx="316800" cy="688513"/>
            </a:xfrm>
          </p:grpSpPr>
          <p:sp>
            <p:nvSpPr>
              <p:cNvPr id="16" name="Google Shape;16;g3aa99a2561f_0_845"/>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g3aa99a2561f_0_845"/>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 name="Google Shape;18;g3aa99a2561f_0_845"/>
            <p:cNvGrpSpPr/>
            <p:nvPr/>
          </p:nvGrpSpPr>
          <p:grpSpPr>
            <a:xfrm>
              <a:off x="7801210" y="4105700"/>
              <a:ext cx="316800" cy="1036523"/>
              <a:chOff x="7801210" y="4105700"/>
              <a:chExt cx="316800" cy="1036523"/>
            </a:xfrm>
          </p:grpSpPr>
          <p:sp>
            <p:nvSpPr>
              <p:cNvPr id="19" name="Google Shape;19;g3aa99a2561f_0_845"/>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 name="Google Shape;20;g3aa99a2561f_0_845"/>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 name="Google Shape;21;g3aa99a2561f_0_845"/>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 name="Google Shape;22;g3aa99a2561f_0_845"/>
            <p:cNvGrpSpPr/>
            <p:nvPr/>
          </p:nvGrpSpPr>
          <p:grpSpPr>
            <a:xfrm>
              <a:off x="8259418" y="3757688"/>
              <a:ext cx="316800" cy="1384535"/>
              <a:chOff x="8259418" y="3757688"/>
              <a:chExt cx="316800" cy="1384535"/>
            </a:xfrm>
          </p:grpSpPr>
          <p:sp>
            <p:nvSpPr>
              <p:cNvPr id="23" name="Google Shape;23;g3aa99a2561f_0_845"/>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g3aa99a2561f_0_845"/>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3aa99a2561f_0_845"/>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3aa99a2561f_0_845"/>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7" name="Google Shape;27;g3aa99a2561f_0_845"/>
            <p:cNvGrpSpPr/>
            <p:nvPr/>
          </p:nvGrpSpPr>
          <p:grpSpPr>
            <a:xfrm>
              <a:off x="8717625" y="3409675"/>
              <a:ext cx="316800" cy="1732548"/>
              <a:chOff x="8717625" y="3409675"/>
              <a:chExt cx="316800" cy="1732548"/>
            </a:xfrm>
          </p:grpSpPr>
          <p:sp>
            <p:nvSpPr>
              <p:cNvPr id="28" name="Google Shape;28;g3aa99a2561f_0_845"/>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3aa99a2561f_0_845"/>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g3aa99a2561f_0_845"/>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3aa99a2561f_0_845"/>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3aa99a2561f_0_845"/>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33" name="Google Shape;33;g3aa99a2561f_0_845"/>
          <p:cNvGrpSpPr/>
          <p:nvPr/>
        </p:nvGrpSpPr>
        <p:grpSpPr>
          <a:xfrm>
            <a:off x="6724502" y="0"/>
            <a:ext cx="5085303" cy="5118675"/>
            <a:chOff x="5043503" y="0"/>
            <a:chExt cx="3814072" cy="3839102"/>
          </a:xfrm>
        </p:grpSpPr>
        <p:sp>
          <p:nvSpPr>
            <p:cNvPr id="34" name="Google Shape;34;g3aa99a2561f_0_845"/>
            <p:cNvSpPr/>
            <p:nvPr/>
          </p:nvSpPr>
          <p:spPr>
            <a:xfrm>
              <a:off x="8460975" y="1817775"/>
              <a:ext cx="396600" cy="3966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aa99a2561f_0_845"/>
            <p:cNvSpPr/>
            <p:nvPr/>
          </p:nvSpPr>
          <p:spPr>
            <a:xfrm rot="-9830444">
              <a:off x="6469759" y="3480728"/>
              <a:ext cx="320148" cy="320148"/>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6" name="Google Shape;36;g3aa99a2561f_0_845"/>
            <p:cNvGrpSpPr/>
            <p:nvPr/>
          </p:nvGrpSpPr>
          <p:grpSpPr>
            <a:xfrm>
              <a:off x="7647812" y="2704283"/>
              <a:ext cx="635219" cy="635219"/>
              <a:chOff x="6725724" y="2701260"/>
              <a:chExt cx="1208101" cy="1208100"/>
            </a:xfrm>
          </p:grpSpPr>
          <p:sp>
            <p:nvSpPr>
              <p:cNvPr id="37" name="Google Shape;37;g3aa99a2561f_0_845"/>
              <p:cNvSpPr/>
              <p:nvPr/>
            </p:nvSpPr>
            <p:spPr>
              <a:xfrm rot="5400000">
                <a:off x="6725725" y="2701260"/>
                <a:ext cx="1208100" cy="12081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aa99a2561f_0_845"/>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g3aa99a2561f_0_845"/>
              <p:cNvSpPr/>
              <p:nvPr/>
            </p:nvSpPr>
            <p:spPr>
              <a:xfrm rot="5400000">
                <a:off x="6954988" y="2930398"/>
                <a:ext cx="749700" cy="7497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0" name="Google Shape;40;g3aa99a2561f_0_845"/>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1" name="Google Shape;41;g3aa99a2561f_0_845"/>
            <p:cNvGrpSpPr/>
            <p:nvPr/>
          </p:nvGrpSpPr>
          <p:grpSpPr>
            <a:xfrm>
              <a:off x="7952720" y="179238"/>
              <a:ext cx="873165" cy="873003"/>
              <a:chOff x="7754428" y="208725"/>
              <a:chExt cx="541800" cy="541800"/>
            </a:xfrm>
          </p:grpSpPr>
          <p:sp>
            <p:nvSpPr>
              <p:cNvPr id="42" name="Google Shape;42;g3aa99a2561f_0_845"/>
              <p:cNvSpPr/>
              <p:nvPr/>
            </p:nvSpPr>
            <p:spPr>
              <a:xfrm rot="-8647347">
                <a:off x="7831319" y="285616"/>
                <a:ext cx="388018" cy="388018"/>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 name="Google Shape;43;g3aa99a2561f_0_845"/>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4" name="Google Shape;44;g3aa99a2561f_0_845"/>
            <p:cNvSpPr/>
            <p:nvPr/>
          </p:nvSpPr>
          <p:spPr>
            <a:xfrm>
              <a:off x="5399840" y="356365"/>
              <a:ext cx="2577000" cy="257700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g3aa99a2561f_0_845"/>
            <p:cNvSpPr/>
            <p:nvPr/>
          </p:nvSpPr>
          <p:spPr>
            <a:xfrm rot="2043858">
              <a:off x="5503813" y="460310"/>
              <a:ext cx="2369480" cy="2369480"/>
            </a:xfrm>
            <a:prstGeom prst="ellipse">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g3aa99a2561f_0_845"/>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 name="Google Shape;47;g3aa99a2561f_0_845"/>
            <p:cNvSpPr/>
            <p:nvPr/>
          </p:nvSpPr>
          <p:spPr>
            <a:xfrm rot="2044777">
              <a:off x="5911449" y="867729"/>
              <a:ext cx="1554223" cy="1554223"/>
            </a:xfrm>
            <a:prstGeom prst="ellips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g3aa99a2561f_0_845"/>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 name="Google Shape;49;g3aa99a2561f_0_845"/>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0" name="Google Shape;50;g3aa99a2561f_0_845"/>
          <p:cNvSpPr txBox="1"/>
          <p:nvPr>
            <p:ph type="ctrTitle"/>
          </p:nvPr>
        </p:nvSpPr>
        <p:spPr>
          <a:xfrm>
            <a:off x="1098667" y="2151750"/>
            <a:ext cx="5673900" cy="24972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1" name="Google Shape;51;g3aa99a2561f_0_845"/>
          <p:cNvSpPr txBox="1"/>
          <p:nvPr>
            <p:ph idx="1" type="subTitle"/>
          </p:nvPr>
        </p:nvSpPr>
        <p:spPr>
          <a:xfrm>
            <a:off x="1098667" y="4795067"/>
            <a:ext cx="5673900" cy="9273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52" name="Google Shape;52;g3aa99a2561f_0_845"/>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3" name="Shape 53"/>
        <p:cNvGrpSpPr/>
        <p:nvPr/>
      </p:nvGrpSpPr>
      <p:grpSpPr>
        <a:xfrm>
          <a:off x="0" y="0"/>
          <a:ext cx="0" cy="0"/>
          <a:chOff x="0" y="0"/>
          <a:chExt cx="0" cy="0"/>
        </a:xfrm>
      </p:grpSpPr>
      <p:grpSp>
        <p:nvGrpSpPr>
          <p:cNvPr id="54" name="Google Shape;54;g3aa99a2561f_0_885"/>
          <p:cNvGrpSpPr/>
          <p:nvPr/>
        </p:nvGrpSpPr>
        <p:grpSpPr>
          <a:xfrm>
            <a:off x="195687" y="4541"/>
            <a:ext cx="1644245" cy="1846001"/>
            <a:chOff x="146769" y="3406"/>
            <a:chExt cx="1233215" cy="1384535"/>
          </a:xfrm>
        </p:grpSpPr>
        <p:grpSp>
          <p:nvGrpSpPr>
            <p:cNvPr id="55" name="Google Shape;55;g3aa99a2561f_0_885"/>
            <p:cNvGrpSpPr/>
            <p:nvPr/>
          </p:nvGrpSpPr>
          <p:grpSpPr>
            <a:xfrm>
              <a:off x="1063183" y="3406"/>
              <a:ext cx="316800" cy="688513"/>
              <a:chOff x="1063183" y="3406"/>
              <a:chExt cx="316800" cy="688513"/>
            </a:xfrm>
          </p:grpSpPr>
          <p:sp>
            <p:nvSpPr>
              <p:cNvPr id="56" name="Google Shape;56;g3aa99a2561f_0_885"/>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3aa99a2561f_0_885"/>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58" name="Google Shape;58;g3aa99a2561f_0_885"/>
            <p:cNvGrpSpPr/>
            <p:nvPr/>
          </p:nvGrpSpPr>
          <p:grpSpPr>
            <a:xfrm>
              <a:off x="604976" y="3406"/>
              <a:ext cx="316800" cy="1036524"/>
              <a:chOff x="604976" y="3406"/>
              <a:chExt cx="316800" cy="1036524"/>
            </a:xfrm>
          </p:grpSpPr>
          <p:sp>
            <p:nvSpPr>
              <p:cNvPr id="59" name="Google Shape;59;g3aa99a2561f_0_885"/>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g3aa99a2561f_0_885"/>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 name="Google Shape;61;g3aa99a2561f_0_885"/>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62" name="Google Shape;62;g3aa99a2561f_0_885"/>
            <p:cNvGrpSpPr/>
            <p:nvPr/>
          </p:nvGrpSpPr>
          <p:grpSpPr>
            <a:xfrm>
              <a:off x="146769" y="3406"/>
              <a:ext cx="316800" cy="1384535"/>
              <a:chOff x="146769" y="3406"/>
              <a:chExt cx="316800" cy="1384535"/>
            </a:xfrm>
          </p:grpSpPr>
          <p:sp>
            <p:nvSpPr>
              <p:cNvPr id="63" name="Google Shape;63;g3aa99a2561f_0_885"/>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 name="Google Shape;64;g3aa99a2561f_0_885"/>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g3aa99a2561f_0_885"/>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 name="Google Shape;66;g3aa99a2561f_0_885"/>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grpSp>
        <p:nvGrpSpPr>
          <p:cNvPr id="67" name="Google Shape;67;g3aa99a2561f_0_885"/>
          <p:cNvGrpSpPr/>
          <p:nvPr/>
        </p:nvGrpSpPr>
        <p:grpSpPr>
          <a:xfrm>
            <a:off x="9033219" y="3871914"/>
            <a:ext cx="2914791" cy="2985925"/>
            <a:chOff x="6775084" y="2904008"/>
            <a:chExt cx="2186148" cy="2239500"/>
          </a:xfrm>
        </p:grpSpPr>
        <p:grpSp>
          <p:nvGrpSpPr>
            <p:cNvPr id="68" name="Google Shape;68;g3aa99a2561f_0_885"/>
            <p:cNvGrpSpPr/>
            <p:nvPr/>
          </p:nvGrpSpPr>
          <p:grpSpPr>
            <a:xfrm>
              <a:off x="6775084" y="4253708"/>
              <a:ext cx="409500" cy="889800"/>
              <a:chOff x="6775084" y="4253708"/>
              <a:chExt cx="409500" cy="889800"/>
            </a:xfrm>
          </p:grpSpPr>
          <p:sp>
            <p:nvSpPr>
              <p:cNvPr id="69" name="Google Shape;69;g3aa99a2561f_0_885"/>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 name="Google Shape;70;g3aa99a2561f_0_885"/>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71" name="Google Shape;71;g3aa99a2561f_0_885"/>
            <p:cNvGrpSpPr/>
            <p:nvPr/>
          </p:nvGrpSpPr>
          <p:grpSpPr>
            <a:xfrm>
              <a:off x="7367299" y="3804008"/>
              <a:ext cx="409500" cy="1339500"/>
              <a:chOff x="7367299" y="3804008"/>
              <a:chExt cx="409500" cy="1339500"/>
            </a:xfrm>
          </p:grpSpPr>
          <p:sp>
            <p:nvSpPr>
              <p:cNvPr id="72" name="Google Shape;72;g3aa99a2561f_0_885"/>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g3aa99a2561f_0_885"/>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g3aa99a2561f_0_885"/>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75" name="Google Shape;75;g3aa99a2561f_0_885"/>
            <p:cNvGrpSpPr/>
            <p:nvPr/>
          </p:nvGrpSpPr>
          <p:grpSpPr>
            <a:xfrm>
              <a:off x="7959516" y="3354008"/>
              <a:ext cx="409500" cy="1789500"/>
              <a:chOff x="7959516" y="3354008"/>
              <a:chExt cx="409500" cy="1789500"/>
            </a:xfrm>
          </p:grpSpPr>
          <p:sp>
            <p:nvSpPr>
              <p:cNvPr id="76" name="Google Shape;76;g3aa99a2561f_0_885"/>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3aa99a2561f_0_885"/>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3aa99a2561f_0_885"/>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3aa99a2561f_0_885"/>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0" name="Google Shape;80;g3aa99a2561f_0_885"/>
            <p:cNvGrpSpPr/>
            <p:nvPr/>
          </p:nvGrpSpPr>
          <p:grpSpPr>
            <a:xfrm>
              <a:off x="8551731" y="2904008"/>
              <a:ext cx="409500" cy="2239500"/>
              <a:chOff x="8551731" y="2904008"/>
              <a:chExt cx="409500" cy="2239500"/>
            </a:xfrm>
          </p:grpSpPr>
          <p:sp>
            <p:nvSpPr>
              <p:cNvPr id="81" name="Google Shape;81;g3aa99a2561f_0_885"/>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g3aa99a2561f_0_885"/>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g3aa99a2561f_0_885"/>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3aa99a2561f_0_885"/>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g3aa99a2561f_0_885"/>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86" name="Google Shape;86;g3aa99a2561f_0_885"/>
          <p:cNvSpPr txBox="1"/>
          <p:nvPr>
            <p:ph type="title"/>
          </p:nvPr>
        </p:nvSpPr>
        <p:spPr>
          <a:xfrm>
            <a:off x="1098667" y="2151767"/>
            <a:ext cx="7810500" cy="24972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87" name="Google Shape;87;g3aa99a2561f_0_885"/>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8" name="Shape 88"/>
        <p:cNvGrpSpPr/>
        <p:nvPr/>
      </p:nvGrpSpPr>
      <p:grpSpPr>
        <a:xfrm>
          <a:off x="0" y="0"/>
          <a:ext cx="0" cy="0"/>
          <a:chOff x="0" y="0"/>
          <a:chExt cx="0" cy="0"/>
        </a:xfrm>
      </p:grpSpPr>
      <p:grpSp>
        <p:nvGrpSpPr>
          <p:cNvPr id="89" name="Google Shape;89;g3aa99a2561f_0_920"/>
          <p:cNvGrpSpPr/>
          <p:nvPr/>
        </p:nvGrpSpPr>
        <p:grpSpPr>
          <a:xfrm>
            <a:off x="834621" y="399168"/>
            <a:ext cx="1332416" cy="1332416"/>
            <a:chOff x="348199" y="179450"/>
            <a:chExt cx="1116300" cy="1116300"/>
          </a:xfrm>
        </p:grpSpPr>
        <p:sp>
          <p:nvSpPr>
            <p:cNvPr id="90" name="Google Shape;90;g3aa99a2561f_0_92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g3aa99a2561f_0_92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2" name="Google Shape;92;g3aa99a2561f_0_920"/>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3" name="Google Shape;93;g3aa99a2561f_0_920"/>
          <p:cNvSpPr txBox="1"/>
          <p:nvPr>
            <p:ph idx="1" type="body"/>
          </p:nvPr>
        </p:nvSpPr>
        <p:spPr>
          <a:xfrm>
            <a:off x="1738400" y="2653400"/>
            <a:ext cx="93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4" name="Google Shape;94;g3aa99a2561f_0_920"/>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grpSp>
        <p:nvGrpSpPr>
          <p:cNvPr id="96" name="Google Shape;96;g3aa99a2561f_0_927"/>
          <p:cNvGrpSpPr/>
          <p:nvPr/>
        </p:nvGrpSpPr>
        <p:grpSpPr>
          <a:xfrm>
            <a:off x="834621" y="399168"/>
            <a:ext cx="1332416" cy="1332416"/>
            <a:chOff x="348199" y="179450"/>
            <a:chExt cx="1116300" cy="1116300"/>
          </a:xfrm>
        </p:grpSpPr>
        <p:sp>
          <p:nvSpPr>
            <p:cNvPr id="97" name="Google Shape;97;g3aa99a2561f_0_92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g3aa99a2561f_0_92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9" name="Google Shape;99;g3aa99a2561f_0_927"/>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0" name="Google Shape;100;g3aa99a2561f_0_927"/>
          <p:cNvSpPr txBox="1"/>
          <p:nvPr>
            <p:ph idx="1" type="body"/>
          </p:nvPr>
        </p:nvSpPr>
        <p:spPr>
          <a:xfrm>
            <a:off x="1738400" y="2653400"/>
            <a:ext cx="45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1" name="Google Shape;101;g3aa99a2561f_0_927"/>
          <p:cNvSpPr txBox="1"/>
          <p:nvPr>
            <p:ph idx="2" type="body"/>
          </p:nvPr>
        </p:nvSpPr>
        <p:spPr>
          <a:xfrm>
            <a:off x="6538200" y="2653400"/>
            <a:ext cx="4574100" cy="33888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02" name="Google Shape;102;g3aa99a2561f_0_927"/>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grpSp>
        <p:nvGrpSpPr>
          <p:cNvPr id="104" name="Google Shape;104;g3aa99a2561f_0_935"/>
          <p:cNvGrpSpPr/>
          <p:nvPr/>
        </p:nvGrpSpPr>
        <p:grpSpPr>
          <a:xfrm>
            <a:off x="834621" y="399168"/>
            <a:ext cx="1332416" cy="1332416"/>
            <a:chOff x="348199" y="179450"/>
            <a:chExt cx="1116300" cy="1116300"/>
          </a:xfrm>
        </p:grpSpPr>
        <p:sp>
          <p:nvSpPr>
            <p:cNvPr id="105" name="Google Shape;105;g3aa99a2561f_0_93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aa99a2561f_0_93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7" name="Google Shape;107;g3aa99a2561f_0_935"/>
          <p:cNvSpPr txBox="1"/>
          <p:nvPr>
            <p:ph type="title"/>
          </p:nvPr>
        </p:nvSpPr>
        <p:spPr>
          <a:xfrm>
            <a:off x="1738400" y="798100"/>
            <a:ext cx="9374100" cy="13323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8" name="Google Shape;108;g3aa99a2561f_0_935"/>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9" name="Shape 109"/>
        <p:cNvGrpSpPr/>
        <p:nvPr/>
      </p:nvGrpSpPr>
      <p:grpSpPr>
        <a:xfrm>
          <a:off x="0" y="0"/>
          <a:ext cx="0" cy="0"/>
          <a:chOff x="0" y="0"/>
          <a:chExt cx="0" cy="0"/>
        </a:xfrm>
      </p:grpSpPr>
      <p:grpSp>
        <p:nvGrpSpPr>
          <p:cNvPr id="110" name="Google Shape;110;g3aa99a2561f_0_941"/>
          <p:cNvGrpSpPr/>
          <p:nvPr/>
        </p:nvGrpSpPr>
        <p:grpSpPr>
          <a:xfrm>
            <a:off x="834621" y="399168"/>
            <a:ext cx="1332416" cy="1332416"/>
            <a:chOff x="348199" y="179450"/>
            <a:chExt cx="1116300" cy="1116300"/>
          </a:xfrm>
        </p:grpSpPr>
        <p:sp>
          <p:nvSpPr>
            <p:cNvPr id="111" name="Google Shape;111;g3aa99a2561f_0_94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aa99a2561f_0_94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13" name="Google Shape;113;g3aa99a2561f_0_941"/>
          <p:cNvSpPr txBox="1"/>
          <p:nvPr>
            <p:ph type="title"/>
          </p:nvPr>
        </p:nvSpPr>
        <p:spPr>
          <a:xfrm>
            <a:off x="1738400" y="798100"/>
            <a:ext cx="4416000" cy="21201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14" name="Google Shape;114;g3aa99a2561f_0_941"/>
          <p:cNvSpPr txBox="1"/>
          <p:nvPr>
            <p:ph idx="1" type="body"/>
          </p:nvPr>
        </p:nvSpPr>
        <p:spPr>
          <a:xfrm>
            <a:off x="1738400" y="3079567"/>
            <a:ext cx="4416000" cy="29625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15" name="Google Shape;115;g3aa99a2561f_0_941"/>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6" name="Shape 116"/>
        <p:cNvGrpSpPr/>
        <p:nvPr/>
      </p:nvGrpSpPr>
      <p:grpSpPr>
        <a:xfrm>
          <a:off x="0" y="0"/>
          <a:ext cx="0" cy="0"/>
          <a:chOff x="0" y="0"/>
          <a:chExt cx="0" cy="0"/>
        </a:xfrm>
      </p:grpSpPr>
      <p:grpSp>
        <p:nvGrpSpPr>
          <p:cNvPr id="117" name="Google Shape;117;g3aa99a2561f_0_948"/>
          <p:cNvGrpSpPr/>
          <p:nvPr/>
        </p:nvGrpSpPr>
        <p:grpSpPr>
          <a:xfrm>
            <a:off x="9155392" y="1742"/>
            <a:ext cx="3023192" cy="3468833"/>
            <a:chOff x="6790514" y="1306"/>
            <a:chExt cx="2267451" cy="2601690"/>
          </a:xfrm>
        </p:grpSpPr>
        <p:grpSp>
          <p:nvGrpSpPr>
            <p:cNvPr id="118" name="Google Shape;118;g3aa99a2561f_0_948"/>
            <p:cNvGrpSpPr/>
            <p:nvPr/>
          </p:nvGrpSpPr>
          <p:grpSpPr>
            <a:xfrm>
              <a:off x="7067465" y="1306"/>
              <a:ext cx="1990500" cy="1990200"/>
              <a:chOff x="7067465" y="1306"/>
              <a:chExt cx="1990500" cy="1990200"/>
            </a:xfrm>
          </p:grpSpPr>
          <p:sp>
            <p:nvSpPr>
              <p:cNvPr id="119" name="Google Shape;119;g3aa99a2561f_0_948"/>
              <p:cNvSpPr/>
              <p:nvPr/>
            </p:nvSpPr>
            <p:spPr>
              <a:xfrm rot="-8648551">
                <a:off x="7594313" y="527721"/>
                <a:ext cx="937226" cy="937226"/>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g3aa99a2561f_0_94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g3aa99a2561f_0_948"/>
              <p:cNvSpPr/>
              <p:nvPr/>
            </p:nvSpPr>
            <p:spPr>
              <a:xfrm rot="-8649154">
                <a:off x="7349891" y="283705"/>
                <a:ext cx="1425647" cy="14254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2" name="Google Shape;122;g3aa99a2561f_0_948"/>
            <p:cNvGrpSpPr/>
            <p:nvPr/>
          </p:nvGrpSpPr>
          <p:grpSpPr>
            <a:xfrm>
              <a:off x="8207126" y="1807996"/>
              <a:ext cx="795000" cy="795000"/>
              <a:chOff x="8207126" y="1807996"/>
              <a:chExt cx="795000" cy="795000"/>
            </a:xfrm>
          </p:grpSpPr>
          <p:sp>
            <p:nvSpPr>
              <p:cNvPr id="123" name="Google Shape;123;g3aa99a2561f_0_948"/>
              <p:cNvSpPr/>
              <p:nvPr/>
            </p:nvSpPr>
            <p:spPr>
              <a:xfrm rot="2152054">
                <a:off x="8319942" y="1920813"/>
                <a:ext cx="569367" cy="569367"/>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3aa99a2561f_0_948"/>
              <p:cNvSpPr/>
              <p:nvPr/>
            </p:nvSpPr>
            <p:spPr>
              <a:xfrm rot="2150259">
                <a:off x="8408218" y="2008610"/>
                <a:ext cx="393004" cy="3930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 name="Google Shape;125;g3aa99a2561f_0_94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6" name="Google Shape;126;g3aa99a2561f_0_948"/>
            <p:cNvGrpSpPr/>
            <p:nvPr/>
          </p:nvGrpSpPr>
          <p:grpSpPr>
            <a:xfrm>
              <a:off x="6790514" y="118857"/>
              <a:ext cx="548700" cy="548700"/>
              <a:chOff x="6790514" y="118857"/>
              <a:chExt cx="548700" cy="548700"/>
            </a:xfrm>
          </p:grpSpPr>
          <p:sp>
            <p:nvSpPr>
              <p:cNvPr id="127" name="Google Shape;127;g3aa99a2561f_0_948"/>
              <p:cNvSpPr/>
              <p:nvPr/>
            </p:nvSpPr>
            <p:spPr>
              <a:xfrm rot="2150259">
                <a:off x="6868362" y="196705"/>
                <a:ext cx="393004" cy="393004"/>
              </a:xfrm>
              <a:prstGeom prst="ellipse">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 name="Google Shape;128;g3aa99a2561f_0_94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129" name="Google Shape;129;g3aa99a2561f_0_948"/>
          <p:cNvSpPr txBox="1"/>
          <p:nvPr>
            <p:ph type="title"/>
          </p:nvPr>
        </p:nvSpPr>
        <p:spPr>
          <a:xfrm>
            <a:off x="1098667" y="1018133"/>
            <a:ext cx="7810500" cy="476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30" name="Google Shape;130;g3aa99a2561f_0_948"/>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1" name="Shape 131"/>
        <p:cNvGrpSpPr/>
        <p:nvPr/>
      </p:nvGrpSpPr>
      <p:grpSpPr>
        <a:xfrm>
          <a:off x="0" y="0"/>
          <a:ext cx="0" cy="0"/>
          <a:chOff x="0" y="0"/>
          <a:chExt cx="0" cy="0"/>
        </a:xfrm>
      </p:grpSpPr>
      <p:grpSp>
        <p:nvGrpSpPr>
          <p:cNvPr id="132" name="Google Shape;132;g3aa99a2561f_0_963"/>
          <p:cNvGrpSpPr/>
          <p:nvPr/>
        </p:nvGrpSpPr>
        <p:grpSpPr>
          <a:xfrm>
            <a:off x="834621" y="399168"/>
            <a:ext cx="1332416" cy="1332416"/>
            <a:chOff x="348199" y="179450"/>
            <a:chExt cx="1116300" cy="1116300"/>
          </a:xfrm>
        </p:grpSpPr>
        <p:sp>
          <p:nvSpPr>
            <p:cNvPr id="133" name="Google Shape;133;g3aa99a2561f_0_963"/>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 name="Google Shape;134;g3aa99a2561f_0_963"/>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5" name="Google Shape;135;g3aa99a2561f_0_963"/>
          <p:cNvSpPr txBox="1"/>
          <p:nvPr>
            <p:ph type="title"/>
          </p:nvPr>
        </p:nvSpPr>
        <p:spPr>
          <a:xfrm>
            <a:off x="1738400" y="798100"/>
            <a:ext cx="4574100" cy="26535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36" name="Google Shape;136;g3aa99a2561f_0_963"/>
          <p:cNvSpPr txBox="1"/>
          <p:nvPr>
            <p:ph idx="1" type="subTitle"/>
          </p:nvPr>
        </p:nvSpPr>
        <p:spPr>
          <a:xfrm>
            <a:off x="1738400" y="3657604"/>
            <a:ext cx="4574100" cy="9681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37" name="Google Shape;137;g3aa99a2561f_0_963"/>
          <p:cNvSpPr txBox="1"/>
          <p:nvPr>
            <p:ph idx="2" type="body"/>
          </p:nvPr>
        </p:nvSpPr>
        <p:spPr>
          <a:xfrm>
            <a:off x="6538267" y="881333"/>
            <a:ext cx="4574100" cy="5160900"/>
          </a:xfrm>
          <a:prstGeom prst="rect">
            <a:avLst/>
          </a:prstGeom>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38" name="Google Shape;138;g3aa99a2561f_0_963"/>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9" name="Shape 139"/>
        <p:cNvGrpSpPr/>
        <p:nvPr/>
      </p:nvGrpSpPr>
      <p:grpSpPr>
        <a:xfrm>
          <a:off x="0" y="0"/>
          <a:ext cx="0" cy="0"/>
          <a:chOff x="0" y="0"/>
          <a:chExt cx="0" cy="0"/>
        </a:xfrm>
      </p:grpSpPr>
      <p:grpSp>
        <p:nvGrpSpPr>
          <p:cNvPr id="140" name="Google Shape;140;g3aa99a2561f_0_971"/>
          <p:cNvGrpSpPr/>
          <p:nvPr/>
        </p:nvGrpSpPr>
        <p:grpSpPr>
          <a:xfrm>
            <a:off x="951176" y="5129497"/>
            <a:ext cx="1100560" cy="1100560"/>
            <a:chOff x="348199" y="179450"/>
            <a:chExt cx="1116300" cy="1116300"/>
          </a:xfrm>
        </p:grpSpPr>
        <p:sp>
          <p:nvSpPr>
            <p:cNvPr id="141" name="Google Shape;141;g3aa99a2561f_0_97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 name="Google Shape;142;g3aa99a2561f_0_971"/>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3" name="Google Shape;143;g3aa99a2561f_0_971"/>
          <p:cNvSpPr txBox="1"/>
          <p:nvPr>
            <p:ph idx="1" type="body"/>
          </p:nvPr>
        </p:nvSpPr>
        <p:spPr>
          <a:xfrm>
            <a:off x="1738400" y="5518633"/>
            <a:ext cx="7790700" cy="713100"/>
          </a:xfrm>
          <a:prstGeom prst="rect">
            <a:avLst/>
          </a:prstGeom>
        </p:spPr>
        <p:txBody>
          <a:bodyPr anchorCtr="0" anchor="t"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44" name="Google Shape;144;g3aa99a2561f_0_971"/>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5" name="Shape 145"/>
        <p:cNvGrpSpPr/>
        <p:nvPr/>
      </p:nvGrpSpPr>
      <p:grpSpPr>
        <a:xfrm>
          <a:off x="0" y="0"/>
          <a:ext cx="0" cy="0"/>
          <a:chOff x="0" y="0"/>
          <a:chExt cx="0" cy="0"/>
        </a:xfrm>
      </p:grpSpPr>
      <p:grpSp>
        <p:nvGrpSpPr>
          <p:cNvPr id="146" name="Google Shape;146;g3aa99a2561f_0_977"/>
          <p:cNvGrpSpPr/>
          <p:nvPr/>
        </p:nvGrpSpPr>
        <p:grpSpPr>
          <a:xfrm>
            <a:off x="69" y="5465463"/>
            <a:ext cx="12191743" cy="1392365"/>
            <a:chOff x="52" y="4099200"/>
            <a:chExt cx="9144036" cy="1044300"/>
          </a:xfrm>
        </p:grpSpPr>
        <p:grpSp>
          <p:nvGrpSpPr>
            <p:cNvPr id="147" name="Google Shape;147;g3aa99a2561f_0_977"/>
            <p:cNvGrpSpPr/>
            <p:nvPr/>
          </p:nvGrpSpPr>
          <p:grpSpPr>
            <a:xfrm>
              <a:off x="52" y="4309200"/>
              <a:ext cx="231622" cy="834300"/>
              <a:chOff x="2688737" y="4301380"/>
              <a:chExt cx="231900" cy="834300"/>
            </a:xfrm>
          </p:grpSpPr>
          <p:sp>
            <p:nvSpPr>
              <p:cNvPr id="148" name="Google Shape;148;g3aa99a2561f_0_97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9" name="Google Shape;149;g3aa99a2561f_0_97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 name="Google Shape;150;g3aa99a2561f_0_97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 name="Google Shape;151;g3aa99a2561f_0_97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2" name="Google Shape;152;g3aa99a2561f_0_977"/>
            <p:cNvGrpSpPr/>
            <p:nvPr/>
          </p:nvGrpSpPr>
          <p:grpSpPr>
            <a:xfrm>
              <a:off x="371406" y="4099200"/>
              <a:ext cx="231622" cy="1044300"/>
              <a:chOff x="2688737" y="4091380"/>
              <a:chExt cx="231900" cy="1044300"/>
            </a:xfrm>
          </p:grpSpPr>
          <p:sp>
            <p:nvSpPr>
              <p:cNvPr id="153" name="Google Shape;153;g3aa99a2561f_0_97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 name="Google Shape;154;g3aa99a2561f_0_97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 name="Google Shape;155;g3aa99a2561f_0_97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 name="Google Shape;156;g3aa99a2561f_0_977"/>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 name="Google Shape;157;g3aa99a2561f_0_97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8" name="Google Shape;158;g3aa99a2561f_0_977"/>
            <p:cNvGrpSpPr/>
            <p:nvPr/>
          </p:nvGrpSpPr>
          <p:grpSpPr>
            <a:xfrm>
              <a:off x="742761" y="4309200"/>
              <a:ext cx="231622" cy="834300"/>
              <a:chOff x="2688737" y="4301380"/>
              <a:chExt cx="231900" cy="834300"/>
            </a:xfrm>
          </p:grpSpPr>
          <p:sp>
            <p:nvSpPr>
              <p:cNvPr id="159" name="Google Shape;159;g3aa99a2561f_0_97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 name="Google Shape;160;g3aa99a2561f_0_977"/>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 name="Google Shape;161;g3aa99a2561f_0_97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2" name="Google Shape;162;g3aa99a2561f_0_97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3" name="Google Shape;163;g3aa99a2561f_0_977"/>
            <p:cNvGrpSpPr/>
            <p:nvPr/>
          </p:nvGrpSpPr>
          <p:grpSpPr>
            <a:xfrm>
              <a:off x="1114115" y="4518900"/>
              <a:ext cx="231622" cy="624600"/>
              <a:chOff x="2688737" y="4511080"/>
              <a:chExt cx="231900" cy="624600"/>
            </a:xfrm>
          </p:grpSpPr>
          <p:sp>
            <p:nvSpPr>
              <p:cNvPr id="164" name="Google Shape;164;g3aa99a2561f_0_977"/>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 name="Google Shape;165;g3aa99a2561f_0_97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 name="Google Shape;166;g3aa99a2561f_0_97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7" name="Google Shape;167;g3aa99a2561f_0_977"/>
            <p:cNvGrpSpPr/>
            <p:nvPr/>
          </p:nvGrpSpPr>
          <p:grpSpPr>
            <a:xfrm>
              <a:off x="1856753" y="4099200"/>
              <a:ext cx="231600" cy="1044300"/>
              <a:chOff x="1856753" y="4099200"/>
              <a:chExt cx="231600" cy="1044300"/>
            </a:xfrm>
          </p:grpSpPr>
          <p:sp>
            <p:nvSpPr>
              <p:cNvPr id="168" name="Google Shape;168;g3aa99a2561f_0_977"/>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 name="Google Shape;169;g3aa99a2561f_0_977"/>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 name="Google Shape;170;g3aa99a2561f_0_977"/>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 name="Google Shape;171;g3aa99a2561f_0_977"/>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2" name="Google Shape;172;g3aa99a2561f_0_977"/>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3" name="Google Shape;173;g3aa99a2561f_0_977"/>
            <p:cNvGrpSpPr/>
            <p:nvPr/>
          </p:nvGrpSpPr>
          <p:grpSpPr>
            <a:xfrm>
              <a:off x="2228107" y="4309200"/>
              <a:ext cx="231600" cy="834300"/>
              <a:chOff x="2228107" y="4309200"/>
              <a:chExt cx="231600" cy="834300"/>
            </a:xfrm>
          </p:grpSpPr>
          <p:sp>
            <p:nvSpPr>
              <p:cNvPr id="174" name="Google Shape;174;g3aa99a2561f_0_977"/>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 name="Google Shape;175;g3aa99a2561f_0_977"/>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 name="Google Shape;176;g3aa99a2561f_0_977"/>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 name="Google Shape;177;g3aa99a2561f_0_977"/>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8" name="Google Shape;178;g3aa99a2561f_0_977"/>
            <p:cNvGrpSpPr/>
            <p:nvPr/>
          </p:nvGrpSpPr>
          <p:grpSpPr>
            <a:xfrm>
              <a:off x="2599462" y="4518900"/>
              <a:ext cx="231600" cy="624600"/>
              <a:chOff x="2599462" y="4518900"/>
              <a:chExt cx="231600" cy="624600"/>
            </a:xfrm>
          </p:grpSpPr>
          <p:sp>
            <p:nvSpPr>
              <p:cNvPr id="179" name="Google Shape;179;g3aa99a2561f_0_977"/>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 name="Google Shape;180;g3aa99a2561f_0_977"/>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 name="Google Shape;181;g3aa99a2561f_0_977"/>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2" name="Google Shape;182;g3aa99a2561f_0_977"/>
            <p:cNvGrpSpPr/>
            <p:nvPr/>
          </p:nvGrpSpPr>
          <p:grpSpPr>
            <a:xfrm>
              <a:off x="3342171" y="4099200"/>
              <a:ext cx="231600" cy="1044300"/>
              <a:chOff x="3342171" y="4099200"/>
              <a:chExt cx="231600" cy="1044300"/>
            </a:xfrm>
          </p:grpSpPr>
          <p:sp>
            <p:nvSpPr>
              <p:cNvPr id="183" name="Google Shape;183;g3aa99a2561f_0_977"/>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4" name="Google Shape;184;g3aa99a2561f_0_977"/>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5" name="Google Shape;185;g3aa99a2561f_0_977"/>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 name="Google Shape;186;g3aa99a2561f_0_977"/>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 name="Google Shape;187;g3aa99a2561f_0_977"/>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8" name="Google Shape;188;g3aa99a2561f_0_977"/>
            <p:cNvGrpSpPr/>
            <p:nvPr/>
          </p:nvGrpSpPr>
          <p:grpSpPr>
            <a:xfrm>
              <a:off x="3713525" y="4309200"/>
              <a:ext cx="231600" cy="834300"/>
              <a:chOff x="3713525" y="4309200"/>
              <a:chExt cx="231600" cy="834300"/>
            </a:xfrm>
          </p:grpSpPr>
          <p:sp>
            <p:nvSpPr>
              <p:cNvPr id="189" name="Google Shape;189;g3aa99a2561f_0_977"/>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 name="Google Shape;190;g3aa99a2561f_0_977"/>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 name="Google Shape;191;g3aa99a2561f_0_977"/>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 name="Google Shape;192;g3aa99a2561f_0_977"/>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3" name="Google Shape;193;g3aa99a2561f_0_977"/>
            <p:cNvGrpSpPr/>
            <p:nvPr/>
          </p:nvGrpSpPr>
          <p:grpSpPr>
            <a:xfrm>
              <a:off x="1485398" y="4309200"/>
              <a:ext cx="231600" cy="834300"/>
              <a:chOff x="1485398" y="4309200"/>
              <a:chExt cx="231600" cy="834300"/>
            </a:xfrm>
          </p:grpSpPr>
          <p:sp>
            <p:nvSpPr>
              <p:cNvPr id="194" name="Google Shape;194;g3aa99a2561f_0_977"/>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5" name="Google Shape;195;g3aa99a2561f_0_977"/>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 name="Google Shape;196;g3aa99a2561f_0_977"/>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 name="Google Shape;197;g3aa99a2561f_0_977"/>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8" name="Google Shape;198;g3aa99a2561f_0_977"/>
            <p:cNvGrpSpPr/>
            <p:nvPr/>
          </p:nvGrpSpPr>
          <p:grpSpPr>
            <a:xfrm>
              <a:off x="4084879" y="4518900"/>
              <a:ext cx="231600" cy="624600"/>
              <a:chOff x="4084879" y="4518900"/>
              <a:chExt cx="231600" cy="624600"/>
            </a:xfrm>
          </p:grpSpPr>
          <p:sp>
            <p:nvSpPr>
              <p:cNvPr id="199" name="Google Shape;199;g3aa99a2561f_0_977"/>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 name="Google Shape;200;g3aa99a2561f_0_977"/>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 name="Google Shape;201;g3aa99a2561f_0_977"/>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2" name="Google Shape;202;g3aa99a2561f_0_977"/>
            <p:cNvGrpSpPr/>
            <p:nvPr/>
          </p:nvGrpSpPr>
          <p:grpSpPr>
            <a:xfrm>
              <a:off x="2970816" y="4309200"/>
              <a:ext cx="231600" cy="834300"/>
              <a:chOff x="2970816" y="4309200"/>
              <a:chExt cx="231600" cy="834300"/>
            </a:xfrm>
          </p:grpSpPr>
          <p:sp>
            <p:nvSpPr>
              <p:cNvPr id="203" name="Google Shape;203;g3aa99a2561f_0_977"/>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 name="Google Shape;204;g3aa99a2561f_0_977"/>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 name="Google Shape;205;g3aa99a2561f_0_977"/>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g3aa99a2561f_0_977"/>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7" name="Google Shape;207;g3aa99a2561f_0_977"/>
            <p:cNvGrpSpPr/>
            <p:nvPr/>
          </p:nvGrpSpPr>
          <p:grpSpPr>
            <a:xfrm>
              <a:off x="4456234" y="4309200"/>
              <a:ext cx="231600" cy="834300"/>
              <a:chOff x="4456234" y="4309200"/>
              <a:chExt cx="231600" cy="834300"/>
            </a:xfrm>
          </p:grpSpPr>
          <p:sp>
            <p:nvSpPr>
              <p:cNvPr id="208" name="Google Shape;208;g3aa99a2561f_0_977"/>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9" name="Google Shape;209;g3aa99a2561f_0_977"/>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aa99a2561f_0_977"/>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g3aa99a2561f_0_977"/>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2" name="Google Shape;212;g3aa99a2561f_0_977"/>
            <p:cNvGrpSpPr/>
            <p:nvPr/>
          </p:nvGrpSpPr>
          <p:grpSpPr>
            <a:xfrm>
              <a:off x="4827588" y="4099200"/>
              <a:ext cx="231600" cy="1044300"/>
              <a:chOff x="4827588" y="4099200"/>
              <a:chExt cx="231600" cy="1044300"/>
            </a:xfrm>
          </p:grpSpPr>
          <p:sp>
            <p:nvSpPr>
              <p:cNvPr id="213" name="Google Shape;213;g3aa99a2561f_0_977"/>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g3aa99a2561f_0_977"/>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5" name="Google Shape;215;g3aa99a2561f_0_977"/>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6" name="Google Shape;216;g3aa99a2561f_0_977"/>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7" name="Google Shape;217;g3aa99a2561f_0_977"/>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18" name="Google Shape;218;g3aa99a2561f_0_977"/>
            <p:cNvGrpSpPr/>
            <p:nvPr/>
          </p:nvGrpSpPr>
          <p:grpSpPr>
            <a:xfrm>
              <a:off x="5198943" y="4309200"/>
              <a:ext cx="231600" cy="834300"/>
              <a:chOff x="5198943" y="4309200"/>
              <a:chExt cx="231600" cy="834300"/>
            </a:xfrm>
          </p:grpSpPr>
          <p:sp>
            <p:nvSpPr>
              <p:cNvPr id="219" name="Google Shape;219;g3aa99a2561f_0_977"/>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0" name="Google Shape;220;g3aa99a2561f_0_977"/>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1" name="Google Shape;221;g3aa99a2561f_0_977"/>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g3aa99a2561f_0_977"/>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3" name="Google Shape;223;g3aa99a2561f_0_977"/>
            <p:cNvGrpSpPr/>
            <p:nvPr/>
          </p:nvGrpSpPr>
          <p:grpSpPr>
            <a:xfrm>
              <a:off x="5570297" y="4518900"/>
              <a:ext cx="231600" cy="624600"/>
              <a:chOff x="5570297" y="4518900"/>
              <a:chExt cx="231600" cy="624600"/>
            </a:xfrm>
          </p:grpSpPr>
          <p:sp>
            <p:nvSpPr>
              <p:cNvPr id="224" name="Google Shape;224;g3aa99a2561f_0_977"/>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5" name="Google Shape;225;g3aa99a2561f_0_977"/>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6" name="Google Shape;226;g3aa99a2561f_0_977"/>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27" name="Google Shape;227;g3aa99a2561f_0_977"/>
            <p:cNvGrpSpPr/>
            <p:nvPr/>
          </p:nvGrpSpPr>
          <p:grpSpPr>
            <a:xfrm>
              <a:off x="5941652" y="4309200"/>
              <a:ext cx="231600" cy="834300"/>
              <a:chOff x="5941652" y="4309200"/>
              <a:chExt cx="231600" cy="834300"/>
            </a:xfrm>
          </p:grpSpPr>
          <p:sp>
            <p:nvSpPr>
              <p:cNvPr id="228" name="Google Shape;228;g3aa99a2561f_0_977"/>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9" name="Google Shape;229;g3aa99a2561f_0_977"/>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aa99a2561f_0_977"/>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1" name="Google Shape;231;g3aa99a2561f_0_977"/>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2" name="Google Shape;232;g3aa99a2561f_0_977"/>
            <p:cNvGrpSpPr/>
            <p:nvPr/>
          </p:nvGrpSpPr>
          <p:grpSpPr>
            <a:xfrm>
              <a:off x="6313006" y="4099200"/>
              <a:ext cx="231600" cy="1044300"/>
              <a:chOff x="6313006" y="4099200"/>
              <a:chExt cx="231600" cy="1044300"/>
            </a:xfrm>
          </p:grpSpPr>
          <p:sp>
            <p:nvSpPr>
              <p:cNvPr id="233" name="Google Shape;233;g3aa99a2561f_0_977"/>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4" name="Google Shape;234;g3aa99a2561f_0_977"/>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5" name="Google Shape;235;g3aa99a2561f_0_977"/>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aa99a2561f_0_977"/>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7" name="Google Shape;237;g3aa99a2561f_0_977"/>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38" name="Google Shape;238;g3aa99a2561f_0_977"/>
            <p:cNvGrpSpPr/>
            <p:nvPr/>
          </p:nvGrpSpPr>
          <p:grpSpPr>
            <a:xfrm>
              <a:off x="6684361" y="4309200"/>
              <a:ext cx="231600" cy="834300"/>
              <a:chOff x="6684361" y="4309200"/>
              <a:chExt cx="231600" cy="834300"/>
            </a:xfrm>
          </p:grpSpPr>
          <p:sp>
            <p:nvSpPr>
              <p:cNvPr id="239" name="Google Shape;239;g3aa99a2561f_0_977"/>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0" name="Google Shape;240;g3aa99a2561f_0_977"/>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1" name="Google Shape;241;g3aa99a2561f_0_977"/>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2" name="Google Shape;242;g3aa99a2561f_0_977"/>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43" name="Google Shape;243;g3aa99a2561f_0_977"/>
            <p:cNvGrpSpPr/>
            <p:nvPr/>
          </p:nvGrpSpPr>
          <p:grpSpPr>
            <a:xfrm>
              <a:off x="7055715" y="4518900"/>
              <a:ext cx="231600" cy="624600"/>
              <a:chOff x="7055715" y="4518900"/>
              <a:chExt cx="231600" cy="624600"/>
            </a:xfrm>
          </p:grpSpPr>
          <p:sp>
            <p:nvSpPr>
              <p:cNvPr id="244" name="Google Shape;244;g3aa99a2561f_0_977"/>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5" name="Google Shape;245;g3aa99a2561f_0_977"/>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6" name="Google Shape;246;g3aa99a2561f_0_977"/>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47" name="Google Shape;247;g3aa99a2561f_0_977"/>
            <p:cNvGrpSpPr/>
            <p:nvPr/>
          </p:nvGrpSpPr>
          <p:grpSpPr>
            <a:xfrm>
              <a:off x="7798424" y="4099200"/>
              <a:ext cx="231600" cy="1044300"/>
              <a:chOff x="7798424" y="4099200"/>
              <a:chExt cx="231600" cy="1044300"/>
            </a:xfrm>
          </p:grpSpPr>
          <p:sp>
            <p:nvSpPr>
              <p:cNvPr id="248" name="Google Shape;248;g3aa99a2561f_0_977"/>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9" name="Google Shape;249;g3aa99a2561f_0_977"/>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0" name="Google Shape;250;g3aa99a2561f_0_977"/>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1" name="Google Shape;251;g3aa99a2561f_0_977"/>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2" name="Google Shape;252;g3aa99a2561f_0_977"/>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53" name="Google Shape;253;g3aa99a2561f_0_977"/>
            <p:cNvGrpSpPr/>
            <p:nvPr/>
          </p:nvGrpSpPr>
          <p:grpSpPr>
            <a:xfrm>
              <a:off x="8169779" y="4309200"/>
              <a:ext cx="231600" cy="834300"/>
              <a:chOff x="8169779" y="4309200"/>
              <a:chExt cx="231600" cy="834300"/>
            </a:xfrm>
          </p:grpSpPr>
          <p:sp>
            <p:nvSpPr>
              <p:cNvPr id="254" name="Google Shape;254;g3aa99a2561f_0_977"/>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5" name="Google Shape;255;g3aa99a2561f_0_977"/>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6" name="Google Shape;256;g3aa99a2561f_0_977"/>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7" name="Google Shape;257;g3aa99a2561f_0_977"/>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58" name="Google Shape;258;g3aa99a2561f_0_977"/>
            <p:cNvGrpSpPr/>
            <p:nvPr/>
          </p:nvGrpSpPr>
          <p:grpSpPr>
            <a:xfrm>
              <a:off x="7427070" y="4309200"/>
              <a:ext cx="231600" cy="834300"/>
              <a:chOff x="7427070" y="4309200"/>
              <a:chExt cx="231600" cy="834300"/>
            </a:xfrm>
          </p:grpSpPr>
          <p:sp>
            <p:nvSpPr>
              <p:cNvPr id="259" name="Google Shape;259;g3aa99a2561f_0_977"/>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0" name="Google Shape;260;g3aa99a2561f_0_977"/>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1" name="Google Shape;261;g3aa99a2561f_0_977"/>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3aa99a2561f_0_977"/>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3" name="Google Shape;263;g3aa99a2561f_0_977"/>
            <p:cNvGrpSpPr/>
            <p:nvPr/>
          </p:nvGrpSpPr>
          <p:grpSpPr>
            <a:xfrm>
              <a:off x="8541133" y="4518900"/>
              <a:ext cx="231600" cy="624600"/>
              <a:chOff x="8541133" y="4518900"/>
              <a:chExt cx="231600" cy="624600"/>
            </a:xfrm>
          </p:grpSpPr>
          <p:sp>
            <p:nvSpPr>
              <p:cNvPr id="264" name="Google Shape;264;g3aa99a2561f_0_977"/>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5" name="Google Shape;265;g3aa99a2561f_0_977"/>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g3aa99a2561f_0_977"/>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67" name="Google Shape;267;g3aa99a2561f_0_977"/>
            <p:cNvGrpSpPr/>
            <p:nvPr/>
          </p:nvGrpSpPr>
          <p:grpSpPr>
            <a:xfrm>
              <a:off x="8912488" y="4309200"/>
              <a:ext cx="231600" cy="834300"/>
              <a:chOff x="8912488" y="4309200"/>
              <a:chExt cx="231600" cy="834300"/>
            </a:xfrm>
          </p:grpSpPr>
          <p:sp>
            <p:nvSpPr>
              <p:cNvPr id="268" name="Google Shape;268;g3aa99a2561f_0_977"/>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9" name="Google Shape;269;g3aa99a2561f_0_977"/>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g3aa99a2561f_0_977"/>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1" name="Google Shape;271;g3aa99a2561f_0_977"/>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sp>
        <p:nvSpPr>
          <p:cNvPr id="272" name="Google Shape;272;g3aa99a2561f_0_977"/>
          <p:cNvSpPr txBox="1"/>
          <p:nvPr>
            <p:ph hasCustomPrompt="1" type="title"/>
          </p:nvPr>
        </p:nvSpPr>
        <p:spPr>
          <a:xfrm>
            <a:off x="1851500" y="1030300"/>
            <a:ext cx="8489100" cy="24843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lt1"/>
              </a:buClr>
              <a:buSzPts val="10700"/>
              <a:buNone/>
              <a:defRPr sz="10700">
                <a:solidFill>
                  <a:schemeClr val="lt1"/>
                </a:solidFill>
              </a:defRPr>
            </a:lvl1pPr>
            <a:lvl2pPr lvl="1" algn="ctr">
              <a:spcBef>
                <a:spcPts val="0"/>
              </a:spcBef>
              <a:spcAft>
                <a:spcPts val="0"/>
              </a:spcAft>
              <a:buClr>
                <a:schemeClr val="lt1"/>
              </a:buClr>
              <a:buSzPts val="10700"/>
              <a:buNone/>
              <a:defRPr sz="10700">
                <a:solidFill>
                  <a:schemeClr val="lt1"/>
                </a:solidFill>
              </a:defRPr>
            </a:lvl2pPr>
            <a:lvl3pPr lvl="2" algn="ctr">
              <a:spcBef>
                <a:spcPts val="0"/>
              </a:spcBef>
              <a:spcAft>
                <a:spcPts val="0"/>
              </a:spcAft>
              <a:buClr>
                <a:schemeClr val="lt1"/>
              </a:buClr>
              <a:buSzPts val="10700"/>
              <a:buNone/>
              <a:defRPr sz="10700">
                <a:solidFill>
                  <a:schemeClr val="lt1"/>
                </a:solidFill>
              </a:defRPr>
            </a:lvl3pPr>
            <a:lvl4pPr lvl="3" algn="ctr">
              <a:spcBef>
                <a:spcPts val="0"/>
              </a:spcBef>
              <a:spcAft>
                <a:spcPts val="0"/>
              </a:spcAft>
              <a:buClr>
                <a:schemeClr val="lt1"/>
              </a:buClr>
              <a:buSzPts val="10700"/>
              <a:buNone/>
              <a:defRPr sz="10700">
                <a:solidFill>
                  <a:schemeClr val="lt1"/>
                </a:solidFill>
              </a:defRPr>
            </a:lvl4pPr>
            <a:lvl5pPr lvl="4" algn="ctr">
              <a:spcBef>
                <a:spcPts val="0"/>
              </a:spcBef>
              <a:spcAft>
                <a:spcPts val="0"/>
              </a:spcAft>
              <a:buClr>
                <a:schemeClr val="lt1"/>
              </a:buClr>
              <a:buSzPts val="10700"/>
              <a:buNone/>
              <a:defRPr sz="10700">
                <a:solidFill>
                  <a:schemeClr val="lt1"/>
                </a:solidFill>
              </a:defRPr>
            </a:lvl5pPr>
            <a:lvl6pPr lvl="5" algn="ctr">
              <a:spcBef>
                <a:spcPts val="0"/>
              </a:spcBef>
              <a:spcAft>
                <a:spcPts val="0"/>
              </a:spcAft>
              <a:buClr>
                <a:schemeClr val="lt1"/>
              </a:buClr>
              <a:buSzPts val="10700"/>
              <a:buNone/>
              <a:defRPr sz="10700">
                <a:solidFill>
                  <a:schemeClr val="lt1"/>
                </a:solidFill>
              </a:defRPr>
            </a:lvl6pPr>
            <a:lvl7pPr lvl="6" algn="ctr">
              <a:spcBef>
                <a:spcPts val="0"/>
              </a:spcBef>
              <a:spcAft>
                <a:spcPts val="0"/>
              </a:spcAft>
              <a:buClr>
                <a:schemeClr val="lt1"/>
              </a:buClr>
              <a:buSzPts val="10700"/>
              <a:buNone/>
              <a:defRPr sz="10700">
                <a:solidFill>
                  <a:schemeClr val="lt1"/>
                </a:solidFill>
              </a:defRPr>
            </a:lvl7pPr>
            <a:lvl8pPr lvl="7" algn="ctr">
              <a:spcBef>
                <a:spcPts val="0"/>
              </a:spcBef>
              <a:spcAft>
                <a:spcPts val="0"/>
              </a:spcAft>
              <a:buClr>
                <a:schemeClr val="lt1"/>
              </a:buClr>
              <a:buSzPts val="10700"/>
              <a:buNone/>
              <a:defRPr sz="10700">
                <a:solidFill>
                  <a:schemeClr val="lt1"/>
                </a:solidFill>
              </a:defRPr>
            </a:lvl8pPr>
            <a:lvl9pPr lvl="8" algn="ctr">
              <a:spcBef>
                <a:spcPts val="0"/>
              </a:spcBef>
              <a:spcAft>
                <a:spcPts val="0"/>
              </a:spcAft>
              <a:buClr>
                <a:schemeClr val="lt1"/>
              </a:buClr>
              <a:buSzPts val="10700"/>
              <a:buNone/>
              <a:defRPr sz="10700">
                <a:solidFill>
                  <a:schemeClr val="lt1"/>
                </a:solidFill>
              </a:defRPr>
            </a:lvl9pPr>
          </a:lstStyle>
          <a:p>
            <a:r>
              <a:t>xx%</a:t>
            </a:r>
          </a:p>
        </p:txBody>
      </p:sp>
      <p:sp>
        <p:nvSpPr>
          <p:cNvPr id="273" name="Google Shape;273;g3aa99a2561f_0_977"/>
          <p:cNvSpPr txBox="1"/>
          <p:nvPr>
            <p:ph idx="1" type="body"/>
          </p:nvPr>
        </p:nvSpPr>
        <p:spPr>
          <a:xfrm>
            <a:off x="1851500" y="3616400"/>
            <a:ext cx="8489100" cy="1481700"/>
          </a:xfrm>
          <a:prstGeom prst="rect">
            <a:avLst/>
          </a:prstGeom>
        </p:spPr>
        <p:txBody>
          <a:bodyPr anchorCtr="0" anchor="t" bIns="121900" lIns="121900" spcFirstLastPara="1" rIns="121900" wrap="square" tIns="121900">
            <a:normAutofit/>
          </a:bodyPr>
          <a:lstStyle>
            <a:lvl1pPr indent="-336550" lvl="0" marL="457200" algn="ctr">
              <a:spcBef>
                <a:spcPts val="0"/>
              </a:spcBef>
              <a:spcAft>
                <a:spcPts val="0"/>
              </a:spcAft>
              <a:buClr>
                <a:schemeClr val="lt1"/>
              </a:buClr>
              <a:buSzPts val="1700"/>
              <a:buChar char="●"/>
              <a:defRPr>
                <a:solidFill>
                  <a:schemeClr val="lt1"/>
                </a:solidFill>
              </a:defRPr>
            </a:lvl1pPr>
            <a:lvl2pPr indent="-323850" lvl="1" marL="914400" algn="ctr">
              <a:spcBef>
                <a:spcPts val="0"/>
              </a:spcBef>
              <a:spcAft>
                <a:spcPts val="0"/>
              </a:spcAft>
              <a:buClr>
                <a:schemeClr val="lt1"/>
              </a:buClr>
              <a:buSzPts val="1500"/>
              <a:buChar char="○"/>
              <a:defRPr>
                <a:solidFill>
                  <a:schemeClr val="lt1"/>
                </a:solidFill>
              </a:defRPr>
            </a:lvl2pPr>
            <a:lvl3pPr indent="-323850" lvl="2" marL="1371600" algn="ctr">
              <a:spcBef>
                <a:spcPts val="0"/>
              </a:spcBef>
              <a:spcAft>
                <a:spcPts val="0"/>
              </a:spcAft>
              <a:buClr>
                <a:schemeClr val="lt1"/>
              </a:buClr>
              <a:buSzPts val="1500"/>
              <a:buChar char="■"/>
              <a:defRPr>
                <a:solidFill>
                  <a:schemeClr val="lt1"/>
                </a:solidFill>
              </a:defRPr>
            </a:lvl3pPr>
            <a:lvl4pPr indent="-323850" lvl="3" marL="1828800" algn="ctr">
              <a:spcBef>
                <a:spcPts val="0"/>
              </a:spcBef>
              <a:spcAft>
                <a:spcPts val="0"/>
              </a:spcAft>
              <a:buClr>
                <a:schemeClr val="lt1"/>
              </a:buClr>
              <a:buSzPts val="1500"/>
              <a:buChar char="●"/>
              <a:defRPr>
                <a:solidFill>
                  <a:schemeClr val="lt1"/>
                </a:solidFill>
              </a:defRPr>
            </a:lvl4pPr>
            <a:lvl5pPr indent="-323850" lvl="4" marL="2286000" algn="ctr">
              <a:spcBef>
                <a:spcPts val="0"/>
              </a:spcBef>
              <a:spcAft>
                <a:spcPts val="0"/>
              </a:spcAft>
              <a:buClr>
                <a:schemeClr val="lt1"/>
              </a:buClr>
              <a:buSzPts val="1500"/>
              <a:buChar char="○"/>
              <a:defRPr>
                <a:solidFill>
                  <a:schemeClr val="lt1"/>
                </a:solidFill>
              </a:defRPr>
            </a:lvl5pPr>
            <a:lvl6pPr indent="-323850" lvl="5" marL="2743200" algn="ctr">
              <a:spcBef>
                <a:spcPts val="0"/>
              </a:spcBef>
              <a:spcAft>
                <a:spcPts val="0"/>
              </a:spcAft>
              <a:buClr>
                <a:schemeClr val="lt1"/>
              </a:buClr>
              <a:buSzPts val="1500"/>
              <a:buChar char="■"/>
              <a:defRPr>
                <a:solidFill>
                  <a:schemeClr val="lt1"/>
                </a:solidFill>
              </a:defRPr>
            </a:lvl6pPr>
            <a:lvl7pPr indent="-323850" lvl="6" marL="3200400" algn="ctr">
              <a:spcBef>
                <a:spcPts val="0"/>
              </a:spcBef>
              <a:spcAft>
                <a:spcPts val="0"/>
              </a:spcAft>
              <a:buClr>
                <a:schemeClr val="lt1"/>
              </a:buClr>
              <a:buSzPts val="1500"/>
              <a:buChar char="●"/>
              <a:defRPr>
                <a:solidFill>
                  <a:schemeClr val="lt1"/>
                </a:solidFill>
              </a:defRPr>
            </a:lvl7pPr>
            <a:lvl8pPr indent="-323850" lvl="7" marL="3657600" algn="ctr">
              <a:spcBef>
                <a:spcPts val="0"/>
              </a:spcBef>
              <a:spcAft>
                <a:spcPts val="0"/>
              </a:spcAft>
              <a:buClr>
                <a:schemeClr val="lt1"/>
              </a:buClr>
              <a:buSzPts val="1500"/>
              <a:buChar char="○"/>
              <a:defRPr>
                <a:solidFill>
                  <a:schemeClr val="lt1"/>
                </a:solidFill>
              </a:defRPr>
            </a:lvl8pPr>
            <a:lvl9pPr indent="-323850" lvl="8" marL="4114800" algn="ctr">
              <a:spcBef>
                <a:spcPts val="0"/>
              </a:spcBef>
              <a:spcAft>
                <a:spcPts val="0"/>
              </a:spcAft>
              <a:buClr>
                <a:schemeClr val="lt1"/>
              </a:buClr>
              <a:buSzPts val="1500"/>
              <a:buChar char="■"/>
              <a:defRPr>
                <a:solidFill>
                  <a:schemeClr val="lt1"/>
                </a:solidFill>
              </a:defRPr>
            </a:lvl9pPr>
          </a:lstStyle>
          <a:p/>
        </p:txBody>
      </p:sp>
      <p:sp>
        <p:nvSpPr>
          <p:cNvPr id="274" name="Google Shape;274;g3aa99a2561f_0_977"/>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5" name="Shape 275"/>
        <p:cNvGrpSpPr/>
        <p:nvPr/>
      </p:nvGrpSpPr>
      <p:grpSpPr>
        <a:xfrm>
          <a:off x="0" y="0"/>
          <a:ext cx="0" cy="0"/>
          <a:chOff x="0" y="0"/>
          <a:chExt cx="0" cy="0"/>
        </a:xfrm>
      </p:grpSpPr>
      <p:sp>
        <p:nvSpPr>
          <p:cNvPr id="276" name="Google Shape;276;g3aa99a2561f_0_1107"/>
          <p:cNvSpPr txBox="1"/>
          <p:nvPr>
            <p:ph idx="12" type="sldNum"/>
          </p:nvPr>
        </p:nvSpPr>
        <p:spPr>
          <a:xfrm>
            <a:off x="11268061" y="6315968"/>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apositiva de título">
  <p:cSld name="1_Diapositiva de título">
    <p:spTree>
      <p:nvGrpSpPr>
        <p:cNvPr id="277" name="Shape 277"/>
        <p:cNvGrpSpPr/>
        <p:nvPr/>
      </p:nvGrpSpPr>
      <p:grpSpPr>
        <a:xfrm>
          <a:off x="0" y="0"/>
          <a:ext cx="0" cy="0"/>
          <a:chOff x="0" y="0"/>
          <a:chExt cx="0" cy="0"/>
        </a:xfrm>
      </p:grpSpPr>
      <p:pic>
        <p:nvPicPr>
          <p:cNvPr descr="Interfaz de usuario gráfica, Texto, Aplicación&#10;&#10;Descripción generada automáticamente" id="278" name="Google Shape;278;g3aa99a2561f_0_1109"/>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ncabezado de sección">
  <p:cSld name="1_Encabezado de sección">
    <p:spTree>
      <p:nvGrpSpPr>
        <p:cNvPr id="279" name="Shape 279"/>
        <p:cNvGrpSpPr/>
        <p:nvPr/>
      </p:nvGrpSpPr>
      <p:grpSpPr>
        <a:xfrm>
          <a:off x="0" y="0"/>
          <a:ext cx="0" cy="0"/>
          <a:chOff x="0" y="0"/>
          <a:chExt cx="0" cy="0"/>
        </a:xfrm>
      </p:grpSpPr>
      <p:pic>
        <p:nvPicPr>
          <p:cNvPr id="280" name="Google Shape;280;g3aa99a2561f_0_1111"/>
          <p:cNvPicPr preferRelativeResize="0"/>
          <p:nvPr/>
        </p:nvPicPr>
        <p:blipFill rotWithShape="1">
          <a:blip r:embed="rId2">
            <a:alphaModFix/>
          </a:blip>
          <a:srcRect b="0" l="0" r="0" t="0"/>
          <a:stretch/>
        </p:blipFill>
        <p:spPr>
          <a:xfrm>
            <a:off x="11027833" y="317431"/>
            <a:ext cx="811390" cy="79058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281" name="Shape 281"/>
        <p:cNvGrpSpPr/>
        <p:nvPr/>
      </p:nvGrpSpPr>
      <p:grpSpPr>
        <a:xfrm>
          <a:off x="0" y="0"/>
          <a:ext cx="0" cy="0"/>
          <a:chOff x="0" y="0"/>
          <a:chExt cx="0" cy="0"/>
        </a:xfrm>
      </p:grpSpPr>
      <p:pic>
        <p:nvPicPr>
          <p:cNvPr descr="Patrón de fondo&#10;&#10;Descripción generada automáticamente" id="282" name="Google Shape;282;g3aa99a2561f_0_1113"/>
          <p:cNvPicPr preferRelativeResize="0"/>
          <p:nvPr/>
        </p:nvPicPr>
        <p:blipFill rotWithShape="1">
          <a:blip r:embed="rId2">
            <a:alphaModFix/>
          </a:blip>
          <a:srcRect b="0" l="0" r="0" t="0"/>
          <a:stretch/>
        </p:blipFill>
        <p:spPr>
          <a:xfrm>
            <a:off x="0" y="0"/>
            <a:ext cx="12192000" cy="6858001"/>
          </a:xfrm>
          <a:prstGeom prst="rect">
            <a:avLst/>
          </a:prstGeom>
          <a:noFill/>
          <a:ln>
            <a:noFill/>
          </a:ln>
        </p:spPr>
      </p:pic>
      <p:pic>
        <p:nvPicPr>
          <p:cNvPr id="283" name="Google Shape;283;g3aa99a2561f_0_1113"/>
          <p:cNvPicPr preferRelativeResize="0"/>
          <p:nvPr/>
        </p:nvPicPr>
        <p:blipFill rotWithShape="1">
          <a:blip r:embed="rId3">
            <a:alphaModFix/>
          </a:blip>
          <a:srcRect b="0" l="0" r="0" t="0"/>
          <a:stretch/>
        </p:blipFill>
        <p:spPr>
          <a:xfrm>
            <a:off x="11054859" y="303050"/>
            <a:ext cx="855785" cy="83398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84" name="Shape 284"/>
        <p:cNvGrpSpPr/>
        <p:nvPr/>
      </p:nvGrpSpPr>
      <p:grpSpPr>
        <a:xfrm>
          <a:off x="0" y="0"/>
          <a:ext cx="0" cy="0"/>
          <a:chOff x="0" y="0"/>
          <a:chExt cx="0" cy="0"/>
        </a:xfrm>
      </p:grpSpPr>
      <p:sp>
        <p:nvSpPr>
          <p:cNvPr id="285" name="Google Shape;285;g3aa99a2561f_0_11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g3aa99a2561f_0_11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87" name="Google Shape;287;g3aa99a2561f_0_111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88" name="Google Shape;288;g3aa99a2561f_0_111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9" name="Shape 9"/>
        <p:cNvGrpSpPr/>
        <p:nvPr/>
      </p:nvGrpSpPr>
      <p:grpSpPr>
        <a:xfrm>
          <a:off x="0" y="0"/>
          <a:ext cx="0" cy="0"/>
          <a:chOff x="0" y="0"/>
          <a:chExt cx="0" cy="0"/>
        </a:xfrm>
      </p:grpSpPr>
      <p:sp>
        <p:nvSpPr>
          <p:cNvPr id="10" name="Google Shape;10;g3aa99a2561f_0_84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1pPr>
            <a:lvl2pPr lvl="1">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b="1" sz="3700">
                <a:solidFill>
                  <a:schemeClr val="dk2"/>
                </a:solidFill>
                <a:latin typeface="Maven Pro"/>
                <a:ea typeface="Maven Pro"/>
                <a:cs typeface="Maven Pro"/>
                <a:sym typeface="Maven Pro"/>
              </a:defRPr>
            </a:lvl9pPr>
          </a:lstStyle>
          <a:p/>
        </p:txBody>
      </p:sp>
      <p:sp>
        <p:nvSpPr>
          <p:cNvPr id="11" name="Google Shape;11;g3aa99a2561f_0_84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dk2"/>
              </a:buClr>
              <a:buSzPts val="1700"/>
              <a:buFont typeface="Nunito"/>
              <a:buChar char="●"/>
              <a:defRPr sz="1700">
                <a:solidFill>
                  <a:schemeClr val="dk2"/>
                </a:solidFill>
                <a:latin typeface="Nunito"/>
                <a:ea typeface="Nunito"/>
                <a:cs typeface="Nunito"/>
                <a:sym typeface="Nunito"/>
              </a:defRPr>
            </a:lvl1pPr>
            <a:lvl2pPr indent="-323850" lvl="1" marL="9144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2pPr>
            <a:lvl3pPr indent="-323850" lvl="2" marL="13716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3pPr>
            <a:lvl4pPr indent="-323850" lvl="3" marL="18288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4pPr>
            <a:lvl5pPr indent="-323850" lvl="4" marL="22860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5pPr>
            <a:lvl6pPr indent="-323850" lvl="5" marL="27432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6pPr>
            <a:lvl7pPr indent="-323850" lvl="6" marL="32004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7pPr>
            <a:lvl8pPr indent="-323850" lvl="7" marL="36576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8pPr>
            <a:lvl9pPr indent="-323850" lvl="8" marL="411480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9pPr>
          </a:lstStyle>
          <a:p/>
        </p:txBody>
      </p:sp>
      <p:sp>
        <p:nvSpPr>
          <p:cNvPr id="12" name="Google Shape;12;g3aa99a2561f_0_841"/>
          <p:cNvSpPr txBox="1"/>
          <p:nvPr>
            <p:ph idx="12" type="sldNum"/>
          </p:nvPr>
        </p:nvSpPr>
        <p:spPr>
          <a:xfrm>
            <a:off x="11268061" y="6315968"/>
            <a:ext cx="731700" cy="524700"/>
          </a:xfrm>
          <a:prstGeom prst="rect">
            <a:avLst/>
          </a:prstGeom>
          <a:noFill/>
          <a:ln>
            <a:noFill/>
          </a:ln>
        </p:spPr>
        <p:txBody>
          <a:bodyPr anchorCtr="0" anchor="ctr" bIns="121900" lIns="121900" spcFirstLastPara="1" rIns="121900" wrap="square" tIns="121900">
            <a:normAutofit/>
          </a:bodyPr>
          <a:lstStyle>
            <a:lvl1pPr lvl="0" algn="r">
              <a:buNone/>
              <a:defRPr sz="1200">
                <a:solidFill>
                  <a:schemeClr val="dk2"/>
                </a:solidFill>
                <a:latin typeface="Nunito"/>
                <a:ea typeface="Nunito"/>
                <a:cs typeface="Nunito"/>
                <a:sym typeface="Nunito"/>
              </a:defRPr>
            </a:lvl1pPr>
            <a:lvl2pPr lvl="1" algn="r">
              <a:buNone/>
              <a:defRPr sz="1200">
                <a:solidFill>
                  <a:schemeClr val="dk2"/>
                </a:solidFill>
                <a:latin typeface="Nunito"/>
                <a:ea typeface="Nunito"/>
                <a:cs typeface="Nunito"/>
                <a:sym typeface="Nunito"/>
              </a:defRPr>
            </a:lvl2pPr>
            <a:lvl3pPr lvl="2" algn="r">
              <a:buNone/>
              <a:defRPr sz="1200">
                <a:solidFill>
                  <a:schemeClr val="dk2"/>
                </a:solidFill>
                <a:latin typeface="Nunito"/>
                <a:ea typeface="Nunito"/>
                <a:cs typeface="Nunito"/>
                <a:sym typeface="Nunito"/>
              </a:defRPr>
            </a:lvl3pPr>
            <a:lvl4pPr lvl="3" algn="r">
              <a:buNone/>
              <a:defRPr sz="1200">
                <a:solidFill>
                  <a:schemeClr val="dk2"/>
                </a:solidFill>
                <a:latin typeface="Nunito"/>
                <a:ea typeface="Nunito"/>
                <a:cs typeface="Nunito"/>
                <a:sym typeface="Nunito"/>
              </a:defRPr>
            </a:lvl4pPr>
            <a:lvl5pPr lvl="4" algn="r">
              <a:buNone/>
              <a:defRPr sz="1200">
                <a:solidFill>
                  <a:schemeClr val="dk2"/>
                </a:solidFill>
                <a:latin typeface="Nunito"/>
                <a:ea typeface="Nunito"/>
                <a:cs typeface="Nunito"/>
                <a:sym typeface="Nunito"/>
              </a:defRPr>
            </a:lvl5pPr>
            <a:lvl6pPr lvl="5" algn="r">
              <a:buNone/>
              <a:defRPr sz="1200">
                <a:solidFill>
                  <a:schemeClr val="dk2"/>
                </a:solidFill>
                <a:latin typeface="Nunito"/>
                <a:ea typeface="Nunito"/>
                <a:cs typeface="Nunito"/>
                <a:sym typeface="Nunito"/>
              </a:defRPr>
            </a:lvl6pPr>
            <a:lvl7pPr lvl="6" algn="r">
              <a:buNone/>
              <a:defRPr sz="1200">
                <a:solidFill>
                  <a:schemeClr val="dk2"/>
                </a:solidFill>
                <a:latin typeface="Nunito"/>
                <a:ea typeface="Nunito"/>
                <a:cs typeface="Nunito"/>
                <a:sym typeface="Nunito"/>
              </a:defRPr>
            </a:lvl7pPr>
            <a:lvl8pPr lvl="7" algn="r">
              <a:buNone/>
              <a:defRPr sz="1200">
                <a:solidFill>
                  <a:schemeClr val="dk2"/>
                </a:solidFill>
                <a:latin typeface="Nunito"/>
                <a:ea typeface="Nunito"/>
                <a:cs typeface="Nunito"/>
                <a:sym typeface="Nunito"/>
              </a:defRPr>
            </a:lvl8pPr>
            <a:lvl9pPr lvl="8" algn="r">
              <a:buNone/>
              <a:defRPr sz="12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hyperlink" Target="https://docs.google.com/document/d/1ChgYCifN8Jg_E4YVwALwTBnWO8s_2MuO/edit?usp=drive_link&amp;ouid=104088726328457961158&amp;rtpof=true&amp;sd=true" TargetMode="External"/><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drive.google.com/file/d/1d5HUu0JVMYTm6x8Wj6sY_SImZYBN6PyF/view?usp=sharing"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forms.gle/PqJcAruYBwVD32ks9" TargetMode="External"/><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hyperlink" Target="https://docs.google.com/forms/d/e/1FAIpQLSdGpLRmYdoILfRj5lOAHGYnEcRq572qQ3_ldoHP6HgfEVuKTg/viewform?usp=sf_link"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hyperlink" Target="https://docs.google.com/document/d/1t9OyG6aNRUmo2jZ8aUa96wYxej5YhTGE5LnxtU_LPjU/edit?usp=shar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hyperlink" Target="https://docs.google.com/document/d/1VXfc6S6sp2hWoqSeTVRT3aGKMHJsROY-/edit?usp=sharing&amp;ouid=104088726328457961158&amp;rtpof=true&amp;sd=tru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hyperlink" Target="https://drive.google.com/file/d/1RhTQ5b-imwU6IiEtARd0eHDQXfk4KD9Q/view?usp=sharing" TargetMode="Externa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docs.google.com/spreadsheets/d/1YHuQeZyb8Snxe3sRpNIMVCvGDY01K3c14hW1z8-3654/edit?usp=sharing" TargetMode="External"/><Relationship Id="rId4" Type="http://schemas.openxmlformats.org/officeDocument/2006/relationships/image" Target="../media/image16.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0" Type="http://schemas.openxmlformats.org/officeDocument/2006/relationships/image" Target="../media/image19.png"/><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s://lun-us.icons8.com/play/UUcnVFwH6EGmbQQymd5tcg?artboard=aXZnjyHXF0at3r4NkI7JOA&amp;animation=fromright" TargetMode="External"/><Relationship Id="rId4" Type="http://schemas.openxmlformats.org/officeDocument/2006/relationships/image" Target="../media/image34.png"/><Relationship Id="rId9"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63031deb29_0_104"/>
          <p:cNvSpPr txBox="1"/>
          <p:nvPr/>
        </p:nvSpPr>
        <p:spPr>
          <a:xfrm>
            <a:off x="995422" y="2551837"/>
            <a:ext cx="64536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MX" sz="5400">
                <a:solidFill>
                  <a:srgbClr val="3F3F3F"/>
                </a:solidFill>
                <a:latin typeface="Work Sans"/>
                <a:ea typeface="Work Sans"/>
                <a:cs typeface="Work Sans"/>
                <a:sym typeface="Work Sans"/>
              </a:rPr>
              <a:t>ALMALSOFT</a:t>
            </a:r>
            <a:endParaRPr b="1" sz="4000">
              <a:solidFill>
                <a:srgbClr val="3F3F3F"/>
              </a:solidFill>
              <a:latin typeface="Work Sans"/>
              <a:ea typeface="Work Sans"/>
              <a:cs typeface="Work Sans"/>
              <a:sym typeface="Work Sans"/>
            </a:endParaRPr>
          </a:p>
        </p:txBody>
      </p:sp>
      <p:sp>
        <p:nvSpPr>
          <p:cNvPr id="295" name="Google Shape;295;g363031deb29_0_104"/>
          <p:cNvSpPr txBox="1"/>
          <p:nvPr/>
        </p:nvSpPr>
        <p:spPr>
          <a:xfrm>
            <a:off x="5859050" y="2057376"/>
            <a:ext cx="2641200" cy="23955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Work Sans Light"/>
              <a:ea typeface="Work Sans Light"/>
              <a:cs typeface="Work Sans Light"/>
              <a:sym typeface="Work Sans Light"/>
            </a:endParaRPr>
          </a:p>
        </p:txBody>
      </p:sp>
      <p:sp>
        <p:nvSpPr>
          <p:cNvPr id="296" name="Google Shape;296;g363031deb29_0_104"/>
          <p:cNvSpPr txBox="1"/>
          <p:nvPr/>
        </p:nvSpPr>
        <p:spPr>
          <a:xfrm>
            <a:off x="8500325" y="2057400"/>
            <a:ext cx="2478900" cy="23955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pic>
        <p:nvPicPr>
          <p:cNvPr id="297" name="Google Shape;297;g363031deb29_0_104"/>
          <p:cNvPicPr preferRelativeResize="0"/>
          <p:nvPr/>
        </p:nvPicPr>
        <p:blipFill rotWithShape="1">
          <a:blip r:embed="rId3">
            <a:alphaModFix/>
          </a:blip>
          <a:srcRect b="0" l="0" r="0" t="0"/>
          <a:stretch/>
        </p:blipFill>
        <p:spPr>
          <a:xfrm>
            <a:off x="6031227" y="2118977"/>
            <a:ext cx="2258000" cy="2258000"/>
          </a:xfrm>
          <a:prstGeom prst="rect">
            <a:avLst/>
          </a:prstGeom>
          <a:noFill/>
          <a:ln>
            <a:noFill/>
          </a:ln>
        </p:spPr>
      </p:pic>
      <p:pic>
        <p:nvPicPr>
          <p:cNvPr id="298" name="Google Shape;298;g363031deb29_0_104"/>
          <p:cNvPicPr preferRelativeResize="0"/>
          <p:nvPr/>
        </p:nvPicPr>
        <p:blipFill rotWithShape="1">
          <a:blip r:embed="rId4">
            <a:alphaModFix/>
          </a:blip>
          <a:srcRect b="0" l="0" r="4942" t="0"/>
          <a:stretch/>
        </p:blipFill>
        <p:spPr>
          <a:xfrm>
            <a:off x="8671963" y="2126125"/>
            <a:ext cx="2135620" cy="22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2" name="Shape 302"/>
        <p:cNvGrpSpPr/>
        <p:nvPr/>
      </p:nvGrpSpPr>
      <p:grpSpPr>
        <a:xfrm>
          <a:off x="0" y="0"/>
          <a:ext cx="0" cy="0"/>
          <a:chOff x="0" y="0"/>
          <a:chExt cx="0" cy="0"/>
        </a:xfrm>
      </p:grpSpPr>
      <p:sp>
        <p:nvSpPr>
          <p:cNvPr id="303" name="Google Shape;303;g363031deb29_0_8"/>
          <p:cNvSpPr txBox="1"/>
          <p:nvPr/>
        </p:nvSpPr>
        <p:spPr>
          <a:xfrm>
            <a:off x="2751050" y="1035574"/>
            <a:ext cx="6850200" cy="120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7200">
                <a:solidFill>
                  <a:schemeClr val="lt1"/>
                </a:solidFill>
                <a:latin typeface="Work Sans"/>
                <a:ea typeface="Work Sans"/>
                <a:cs typeface="Work Sans"/>
                <a:sym typeface="Work Sans"/>
              </a:rPr>
              <a:t>ALMASOFT</a:t>
            </a:r>
            <a:endParaRPr b="1"/>
          </a:p>
        </p:txBody>
      </p:sp>
      <p:cxnSp>
        <p:nvCxnSpPr>
          <p:cNvPr id="304" name="Google Shape;304;g363031deb29_0_8"/>
          <p:cNvCxnSpPr/>
          <p:nvPr/>
        </p:nvCxnSpPr>
        <p:spPr>
          <a:xfrm>
            <a:off x="5227899" y="3321934"/>
            <a:ext cx="1736100" cy="0"/>
          </a:xfrm>
          <a:prstGeom prst="straightConnector1">
            <a:avLst/>
          </a:prstGeom>
          <a:noFill/>
          <a:ln cap="flat" cmpd="sng" w="9525">
            <a:solidFill>
              <a:schemeClr val="lt1"/>
            </a:solidFill>
            <a:prstDash val="solid"/>
            <a:miter lim="800000"/>
            <a:headEnd len="sm" w="sm" type="none"/>
            <a:tailEnd len="sm" w="sm" type="none"/>
          </a:ln>
        </p:spPr>
      </p:cxnSp>
      <p:sp>
        <p:nvSpPr>
          <p:cNvPr id="305" name="Google Shape;305;g363031deb29_0_8"/>
          <p:cNvSpPr txBox="1"/>
          <p:nvPr/>
        </p:nvSpPr>
        <p:spPr>
          <a:xfrm>
            <a:off x="4168816" y="3463724"/>
            <a:ext cx="3854400" cy="200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MX" sz="1800">
                <a:solidFill>
                  <a:schemeClr val="lt1"/>
                </a:solidFill>
                <a:latin typeface="Work Sans Light"/>
                <a:ea typeface="Work Sans Light"/>
                <a:cs typeface="Work Sans Light"/>
                <a:sym typeface="Work Sans Light"/>
              </a:rPr>
              <a:t>Danny Karine Camacho Romero</a:t>
            </a:r>
            <a:endParaRPr sz="1600"/>
          </a:p>
          <a:p>
            <a:pPr indent="0" lvl="0" marL="0" marR="0" rtl="0" algn="ctr">
              <a:spcBef>
                <a:spcPts val="0"/>
              </a:spcBef>
              <a:spcAft>
                <a:spcPts val="0"/>
              </a:spcAft>
              <a:buNone/>
            </a:pPr>
            <a:r>
              <a:rPr lang="es-MX" sz="1800">
                <a:solidFill>
                  <a:schemeClr val="lt1"/>
                </a:solidFill>
                <a:latin typeface="Work Sans Light"/>
                <a:ea typeface="Work Sans Light"/>
                <a:cs typeface="Work Sans Light"/>
                <a:sym typeface="Work Sans Light"/>
              </a:rPr>
              <a:t>Gisel Estefania Torres Corredor</a:t>
            </a:r>
            <a:endParaRPr sz="1800">
              <a:solidFill>
                <a:schemeClr val="lt1"/>
              </a:solidFill>
              <a:latin typeface="Work Sans Light"/>
              <a:ea typeface="Work Sans Light"/>
              <a:cs typeface="Work Sans Light"/>
              <a:sym typeface="Work Sans Light"/>
            </a:endParaRPr>
          </a:p>
          <a:p>
            <a:pPr indent="0" lvl="0" marL="0" marR="0" rtl="0" algn="ctr">
              <a:spcBef>
                <a:spcPts val="0"/>
              </a:spcBef>
              <a:spcAft>
                <a:spcPts val="0"/>
              </a:spcAft>
              <a:buNone/>
            </a:pPr>
            <a:r>
              <a:rPr lang="es-MX" sz="1800">
                <a:solidFill>
                  <a:schemeClr val="lt1"/>
                </a:solidFill>
                <a:latin typeface="Work Sans Light"/>
                <a:ea typeface="Work Sans Light"/>
                <a:cs typeface="Work Sans Light"/>
                <a:sym typeface="Work Sans Light"/>
              </a:rPr>
              <a:t>Michael Ferney Fonseca Mendoza </a:t>
            </a:r>
            <a:endParaRPr sz="1800">
              <a:solidFill>
                <a:schemeClr val="lt1"/>
              </a:solidFill>
              <a:latin typeface="Work Sans Light"/>
              <a:ea typeface="Work Sans Light"/>
              <a:cs typeface="Work Sans Light"/>
              <a:sym typeface="Work Sans Light"/>
            </a:endParaRPr>
          </a:p>
          <a:p>
            <a:pPr indent="0" lvl="0" marL="0" marR="0" rtl="0" algn="ctr">
              <a:spcBef>
                <a:spcPts val="0"/>
              </a:spcBef>
              <a:spcAft>
                <a:spcPts val="0"/>
              </a:spcAft>
              <a:buNone/>
            </a:pPr>
            <a:r>
              <a:rPr lang="es-MX" sz="1800">
                <a:solidFill>
                  <a:schemeClr val="lt1"/>
                </a:solidFill>
                <a:latin typeface="Work Sans Light"/>
                <a:ea typeface="Work Sans Light"/>
                <a:cs typeface="Work Sans Light"/>
                <a:sym typeface="Work Sans Light"/>
              </a:rPr>
              <a:t>Anderson Giovanny Montoya Rojas</a:t>
            </a:r>
            <a:endParaRPr sz="1800">
              <a:solidFill>
                <a:schemeClr val="lt1"/>
              </a:solidFill>
              <a:latin typeface="Work Sans Light"/>
              <a:ea typeface="Work Sans Light"/>
              <a:cs typeface="Work Sans Light"/>
              <a:sym typeface="Work Sans Light"/>
            </a:endParaRPr>
          </a:p>
          <a:p>
            <a:pPr indent="0" lvl="0" marL="0" marR="0" rtl="0" algn="ctr">
              <a:spcBef>
                <a:spcPts val="0"/>
              </a:spcBef>
              <a:spcAft>
                <a:spcPts val="0"/>
              </a:spcAft>
              <a:buNone/>
            </a:pPr>
            <a:r>
              <a:rPr lang="es-MX" sz="1800">
                <a:solidFill>
                  <a:schemeClr val="lt1"/>
                </a:solidFill>
                <a:latin typeface="Work Sans Light"/>
                <a:ea typeface="Work Sans Light"/>
                <a:cs typeface="Work Sans Light"/>
                <a:sym typeface="Work Sans Light"/>
              </a:rPr>
              <a:t>Franklin</a:t>
            </a:r>
            <a:r>
              <a:rPr lang="es-MX" sz="1800">
                <a:solidFill>
                  <a:schemeClr val="lt1"/>
                </a:solidFill>
                <a:latin typeface="Work Sans Light"/>
                <a:ea typeface="Work Sans Light"/>
                <a:cs typeface="Work Sans Light"/>
                <a:sym typeface="Work Sans Light"/>
              </a:rPr>
              <a:t> sthep </a:t>
            </a:r>
            <a:r>
              <a:rPr lang="es-MX" sz="1800">
                <a:solidFill>
                  <a:schemeClr val="lt1"/>
                </a:solidFill>
                <a:latin typeface="Work Sans Light"/>
                <a:ea typeface="Work Sans Light"/>
                <a:cs typeface="Work Sans Light"/>
                <a:sym typeface="Work Sans Light"/>
              </a:rPr>
              <a:t>casasbuenas B</a:t>
            </a:r>
            <a:r>
              <a:rPr lang="es-MX" sz="1800">
                <a:solidFill>
                  <a:schemeClr val="lt1"/>
                </a:solidFill>
                <a:latin typeface="Work Sans Light"/>
                <a:ea typeface="Work Sans Light"/>
                <a:cs typeface="Work Sans Light"/>
                <a:sym typeface="Work Sans Light"/>
              </a:rPr>
              <a:t> </a:t>
            </a:r>
            <a:endParaRPr sz="1800">
              <a:solidFill>
                <a:schemeClr val="lt1"/>
              </a:solidFill>
              <a:latin typeface="Work Sans Light"/>
              <a:ea typeface="Work Sans Light"/>
              <a:cs typeface="Work Sans Light"/>
              <a:sym typeface="Work Sans Light"/>
            </a:endParaRPr>
          </a:p>
          <a:p>
            <a:pPr indent="0" lvl="0" marL="0" marR="0" rtl="0" algn="ctr">
              <a:spcBef>
                <a:spcPts val="0"/>
              </a:spcBef>
              <a:spcAft>
                <a:spcPts val="0"/>
              </a:spcAft>
              <a:buNone/>
            </a:pPr>
            <a:r>
              <a:t/>
            </a:r>
            <a:endParaRPr sz="1800">
              <a:solidFill>
                <a:schemeClr val="lt1"/>
              </a:solidFill>
              <a:latin typeface="Work Sans Light"/>
              <a:ea typeface="Work Sans Light"/>
              <a:cs typeface="Work Sans Light"/>
              <a:sym typeface="Work Sans Light"/>
            </a:endParaRPr>
          </a:p>
          <a:p>
            <a:pPr indent="0" lvl="0" marL="0" rtl="0" algn="l">
              <a:spcBef>
                <a:spcPts val="0"/>
              </a:spcBef>
              <a:spcAft>
                <a:spcPts val="0"/>
              </a:spcAft>
              <a:buClr>
                <a:schemeClr val="dk1"/>
              </a:buClr>
              <a:buSzPts val="1100"/>
              <a:buFont typeface="Arial"/>
              <a:buNone/>
            </a:pPr>
            <a:r>
              <a:t/>
            </a:r>
            <a:endParaRPr sz="1600">
              <a:solidFill>
                <a:schemeClr val="lt1"/>
              </a:solidFill>
              <a:latin typeface="Work Sans Light"/>
              <a:ea typeface="Work Sans Light"/>
              <a:cs typeface="Work Sans Light"/>
              <a:sym typeface="Work Sans Light"/>
            </a:endParaRPr>
          </a:p>
        </p:txBody>
      </p:sp>
      <p:sp>
        <p:nvSpPr>
          <p:cNvPr id="306" name="Google Shape;306;g363031deb29_0_8"/>
          <p:cNvSpPr txBox="1"/>
          <p:nvPr/>
        </p:nvSpPr>
        <p:spPr>
          <a:xfrm>
            <a:off x="1068888" y="5279998"/>
            <a:ext cx="10054200" cy="1077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Servicio Nacional de Aprendizaje –SENA, Centro de Electricidad Electrónica y Telecomunicaciones</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Técnico en Programación de Software - TPS, Primer Trimestre</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Instructor Albeiro Ramos</a:t>
            </a:r>
            <a:endParaRPr/>
          </a:p>
          <a:p>
            <a:pPr indent="0" lvl="0" marL="0" marR="0" rtl="0" algn="ctr">
              <a:spcBef>
                <a:spcPts val="0"/>
              </a:spcBef>
              <a:spcAft>
                <a:spcPts val="0"/>
              </a:spcAft>
              <a:buNone/>
            </a:pPr>
            <a:r>
              <a:rPr b="1" lang="es-MX" sz="1600">
                <a:solidFill>
                  <a:schemeClr val="lt1"/>
                </a:solidFill>
                <a:latin typeface="Work Sans Light"/>
                <a:ea typeface="Work Sans Light"/>
                <a:cs typeface="Work Sans Light"/>
                <a:sym typeface="Work Sans Light"/>
              </a:rPr>
              <a:t>Bogotá, 25 de marzo de 2023</a:t>
            </a:r>
            <a:endParaRPr b="1" sz="1600">
              <a:solidFill>
                <a:schemeClr val="lt1"/>
              </a:solidFill>
              <a:latin typeface="Work Sans Light"/>
              <a:ea typeface="Work Sans Light"/>
              <a:cs typeface="Work Sans Light"/>
              <a:sym typeface="Work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0" name="Shape 310"/>
        <p:cNvGrpSpPr/>
        <p:nvPr/>
      </p:nvGrpSpPr>
      <p:grpSpPr>
        <a:xfrm>
          <a:off x="0" y="0"/>
          <a:ext cx="0" cy="0"/>
          <a:chOff x="0" y="0"/>
          <a:chExt cx="0" cy="0"/>
        </a:xfrm>
      </p:grpSpPr>
      <p:sp>
        <p:nvSpPr>
          <p:cNvPr id="311" name="Google Shape;311;g363031deb29_0_202"/>
          <p:cNvSpPr/>
          <p:nvPr/>
        </p:nvSpPr>
        <p:spPr>
          <a:xfrm>
            <a:off x="1188793" y="1579802"/>
            <a:ext cx="29400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2" name="Google Shape;312;g363031deb29_0_202"/>
          <p:cNvSpPr txBox="1"/>
          <p:nvPr/>
        </p:nvSpPr>
        <p:spPr>
          <a:xfrm>
            <a:off x="1072920" y="1250549"/>
            <a:ext cx="35148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600"/>
              <a:buFont typeface="Work Sans Light"/>
              <a:buNone/>
            </a:pPr>
            <a:r>
              <a:rPr lang="es-MX" sz="3600">
                <a:solidFill>
                  <a:srgbClr val="38AA00"/>
                </a:solidFill>
                <a:latin typeface="Work Sans Light"/>
                <a:ea typeface="Work Sans Light"/>
                <a:cs typeface="Work Sans Light"/>
                <a:sym typeface="Work Sans Light"/>
              </a:rPr>
              <a:t>Introducción</a:t>
            </a:r>
            <a:endParaRPr/>
          </a:p>
        </p:txBody>
      </p:sp>
      <p:sp>
        <p:nvSpPr>
          <p:cNvPr id="313" name="Google Shape;313;g363031deb29_0_202"/>
          <p:cNvSpPr txBox="1"/>
          <p:nvPr/>
        </p:nvSpPr>
        <p:spPr>
          <a:xfrm>
            <a:off x="378925" y="2130700"/>
            <a:ext cx="5448900" cy="4353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br>
              <a:rPr lang="es-MX" sz="1600">
                <a:solidFill>
                  <a:schemeClr val="dk1"/>
                </a:solidFill>
                <a:latin typeface="Work Sans Light"/>
                <a:ea typeface="Work Sans Light"/>
                <a:cs typeface="Work Sans Light"/>
                <a:sym typeface="Work Sans Light"/>
              </a:rPr>
            </a:br>
            <a:r>
              <a:rPr lang="es-MX" sz="1600">
                <a:solidFill>
                  <a:schemeClr val="dk1"/>
                </a:solidFill>
                <a:latin typeface="Work Sans Light"/>
                <a:ea typeface="Work Sans Light"/>
                <a:cs typeface="Work Sans Light"/>
                <a:sym typeface="Work Sans Light"/>
              </a:rPr>
              <a:t> </a:t>
            </a:r>
            <a:r>
              <a:rPr i="1" lang="es-MX" sz="1600">
                <a:solidFill>
                  <a:schemeClr val="dk2"/>
                </a:solidFill>
                <a:latin typeface="Work Sans Light"/>
                <a:ea typeface="Work Sans Light"/>
                <a:cs typeface="Work Sans Light"/>
                <a:sym typeface="Work Sans Light"/>
              </a:rPr>
              <a:t>AlmaSOFT</a:t>
            </a:r>
            <a:r>
              <a:rPr lang="es-MX" sz="1600">
                <a:solidFill>
                  <a:schemeClr val="dk2"/>
                </a:solidFill>
                <a:latin typeface="Work Sans Light"/>
                <a:ea typeface="Work Sans Light"/>
                <a:cs typeface="Work Sans Light"/>
                <a:sym typeface="Work Sans Light"/>
              </a:rPr>
              <a:t> es un sistema web diseñado para mejorar la gestión administrativa de la Funeraria Capilla Celestial. Facilita procesos como afiliaciones, horarios, finanzas y servicios fúnebres.</a:t>
            </a:r>
            <a:endParaRPr sz="1600">
              <a:solidFill>
                <a:schemeClr val="dk2"/>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rPr lang="es-MX" sz="1600">
                <a:solidFill>
                  <a:schemeClr val="dk2"/>
                </a:solidFill>
                <a:latin typeface="Work Sans Light"/>
                <a:ea typeface="Work Sans Light"/>
                <a:cs typeface="Work Sans Light"/>
                <a:sym typeface="Work Sans Light"/>
              </a:rPr>
              <a:t>Objetivo:</a:t>
            </a:r>
            <a:br>
              <a:rPr lang="es-MX" sz="1600">
                <a:solidFill>
                  <a:schemeClr val="dk2"/>
                </a:solidFill>
                <a:latin typeface="Work Sans Light"/>
                <a:ea typeface="Work Sans Light"/>
                <a:cs typeface="Work Sans Light"/>
                <a:sym typeface="Work Sans Light"/>
              </a:rPr>
            </a:br>
            <a:r>
              <a:rPr lang="es-MX" sz="1600">
                <a:solidFill>
                  <a:schemeClr val="dk2"/>
                </a:solidFill>
                <a:latin typeface="Work Sans Light"/>
                <a:ea typeface="Work Sans Light"/>
                <a:cs typeface="Work Sans Light"/>
                <a:sym typeface="Work Sans Light"/>
              </a:rPr>
              <a:t> Optimizar la operación interna de la funeraria mediante herramientas digitales eficientes.</a:t>
            </a:r>
            <a:endParaRPr sz="1600">
              <a:solidFill>
                <a:schemeClr val="dk2"/>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rPr lang="es-MX" sz="1600">
                <a:solidFill>
                  <a:schemeClr val="dk2"/>
                </a:solidFill>
                <a:latin typeface="Work Sans Light"/>
                <a:ea typeface="Work Sans Light"/>
                <a:cs typeface="Work Sans Light"/>
                <a:sym typeface="Work Sans Light"/>
              </a:rPr>
              <a:t>Alcance:</a:t>
            </a:r>
            <a:br>
              <a:rPr lang="es-MX" sz="1600">
                <a:solidFill>
                  <a:schemeClr val="dk2"/>
                </a:solidFill>
                <a:latin typeface="Work Sans Light"/>
                <a:ea typeface="Work Sans Light"/>
                <a:cs typeface="Work Sans Light"/>
                <a:sym typeface="Work Sans Light"/>
              </a:rPr>
            </a:br>
            <a:r>
              <a:rPr lang="es-MX" sz="1600">
                <a:solidFill>
                  <a:schemeClr val="dk2"/>
                </a:solidFill>
                <a:latin typeface="Work Sans Light"/>
                <a:ea typeface="Work Sans Light"/>
                <a:cs typeface="Work Sans Light"/>
                <a:sym typeface="Work Sans Light"/>
              </a:rPr>
              <a:t> Incluye gestión de usuarios, afiliaciones, contratos, horarios, cronograma y reportes.</a:t>
            </a:r>
            <a:endParaRPr sz="1600">
              <a:solidFill>
                <a:schemeClr val="dk2"/>
              </a:solidFill>
              <a:latin typeface="Work Sans Light"/>
              <a:ea typeface="Work Sans Light"/>
              <a:cs typeface="Work Sans Light"/>
              <a:sym typeface="Work Sans Light"/>
            </a:endParaRPr>
          </a:p>
          <a:p>
            <a:pPr indent="0" lvl="0" marL="0" rtl="0" algn="l">
              <a:lnSpc>
                <a:spcPct val="115000"/>
              </a:lnSpc>
              <a:spcBef>
                <a:spcPts val="1200"/>
              </a:spcBef>
              <a:spcAft>
                <a:spcPts val="0"/>
              </a:spcAft>
              <a:buClr>
                <a:schemeClr val="dk1"/>
              </a:buClr>
              <a:buSzPts val="1100"/>
              <a:buFont typeface="Arial"/>
              <a:buNone/>
            </a:pPr>
            <a:r>
              <a:t/>
            </a:r>
            <a:endParaRPr sz="1600">
              <a:solidFill>
                <a:schemeClr val="dk1"/>
              </a:solidFill>
            </a:endParaRPr>
          </a:p>
          <a:p>
            <a:pPr indent="0" lvl="0" marL="0" marR="0" rtl="0" algn="l">
              <a:spcBef>
                <a:spcPts val="1200"/>
              </a:spcBef>
              <a:spcAft>
                <a:spcPts val="0"/>
              </a:spcAft>
              <a:buNone/>
            </a:pPr>
            <a:r>
              <a:t/>
            </a:r>
            <a:endParaRPr sz="1600">
              <a:solidFill>
                <a:schemeClr val="dk1"/>
              </a:solidFill>
              <a:latin typeface="Work Sans Light"/>
              <a:ea typeface="Work Sans Light"/>
              <a:cs typeface="Work Sans Light"/>
              <a:sym typeface="Work Sans Light"/>
            </a:endParaRPr>
          </a:p>
        </p:txBody>
      </p:sp>
      <p:pic>
        <p:nvPicPr>
          <p:cNvPr id="314" name="Google Shape;314;g363031deb29_0_202"/>
          <p:cNvPicPr preferRelativeResize="0"/>
          <p:nvPr/>
        </p:nvPicPr>
        <p:blipFill rotWithShape="1">
          <a:blip r:embed="rId4">
            <a:alphaModFix/>
          </a:blip>
          <a:srcRect b="0" l="0" r="41585" t="0"/>
          <a:stretch/>
        </p:blipFill>
        <p:spPr>
          <a:xfrm>
            <a:off x="5984325" y="0"/>
            <a:ext cx="6289699" cy="6770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8" name="Shape 318"/>
        <p:cNvGrpSpPr/>
        <p:nvPr/>
      </p:nvGrpSpPr>
      <p:grpSpPr>
        <a:xfrm>
          <a:off x="0" y="0"/>
          <a:ext cx="0" cy="0"/>
          <a:chOff x="0" y="0"/>
          <a:chExt cx="0" cy="0"/>
        </a:xfrm>
      </p:grpSpPr>
      <p:sp>
        <p:nvSpPr>
          <p:cNvPr id="319" name="Google Shape;319;g363031deb29_0_296"/>
          <p:cNvSpPr txBox="1"/>
          <p:nvPr/>
        </p:nvSpPr>
        <p:spPr>
          <a:xfrm>
            <a:off x="456236" y="416689"/>
            <a:ext cx="10515600" cy="741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400"/>
              <a:buFont typeface="Work Sans Medium"/>
              <a:buNone/>
            </a:pPr>
            <a:r>
              <a:rPr lang="es-MX" sz="4400">
                <a:solidFill>
                  <a:schemeClr val="lt1"/>
                </a:solidFill>
                <a:latin typeface="Work Sans Medium"/>
                <a:ea typeface="Work Sans Medium"/>
                <a:cs typeface="Work Sans Medium"/>
                <a:sym typeface="Work Sans Medium"/>
              </a:rPr>
              <a:t>ÍNDICE</a:t>
            </a:r>
            <a:endParaRPr/>
          </a:p>
        </p:txBody>
      </p:sp>
      <p:sp>
        <p:nvSpPr>
          <p:cNvPr id="320" name="Google Shape;320;g363031deb29_0_296"/>
          <p:cNvSpPr txBox="1"/>
          <p:nvPr/>
        </p:nvSpPr>
        <p:spPr>
          <a:xfrm>
            <a:off x="645100" y="2261100"/>
            <a:ext cx="2620200" cy="25206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MX" sz="1600">
                <a:solidFill>
                  <a:schemeClr val="dk1"/>
                </a:solidFill>
                <a:latin typeface="Work Sans Light"/>
                <a:ea typeface="Work Sans Light"/>
                <a:cs typeface="Work Sans Light"/>
                <a:sym typeface="Work Sans Light"/>
              </a:rPr>
              <a:t>Logo Sistema</a:t>
            </a:r>
            <a:endParaRPr sz="1600">
              <a:solidFill>
                <a:schemeClr val="dk1"/>
              </a:solidFill>
              <a:latin typeface="Work Sans Light"/>
              <a:ea typeface="Work Sans Light"/>
              <a:cs typeface="Work Sans Light"/>
              <a:sym typeface="Work Sans Light"/>
            </a:endParaRPr>
          </a:p>
        </p:txBody>
      </p:sp>
      <p:sp>
        <p:nvSpPr>
          <p:cNvPr id="321" name="Google Shape;321;g363031deb29_0_296"/>
          <p:cNvSpPr txBox="1"/>
          <p:nvPr/>
        </p:nvSpPr>
        <p:spPr>
          <a:xfrm>
            <a:off x="3265325" y="2260950"/>
            <a:ext cx="2703300" cy="2520600"/>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MX" sz="1600">
                <a:solidFill>
                  <a:schemeClr val="dk1"/>
                </a:solidFill>
                <a:latin typeface="Work Sans Light"/>
                <a:ea typeface="Work Sans Light"/>
                <a:cs typeface="Work Sans Light"/>
                <a:sym typeface="Work Sans Light"/>
              </a:rPr>
              <a:t>Logo Empresa</a:t>
            </a:r>
            <a:endParaRPr/>
          </a:p>
        </p:txBody>
      </p:sp>
      <p:sp>
        <p:nvSpPr>
          <p:cNvPr id="322" name="Google Shape;322;g363031deb29_0_296"/>
          <p:cNvSpPr txBox="1"/>
          <p:nvPr/>
        </p:nvSpPr>
        <p:spPr>
          <a:xfrm>
            <a:off x="6424414" y="1785297"/>
            <a:ext cx="4547400" cy="3540300"/>
          </a:xfrm>
          <a:prstGeom prst="rect">
            <a:avLst/>
          </a:prstGeom>
          <a:noFill/>
          <a:ln>
            <a:noFill/>
          </a:ln>
        </p:spPr>
        <p:txBody>
          <a:bodyPr anchorCtr="0" anchor="t" bIns="45700" lIns="91425" spcFirstLastPara="1" rIns="91425" wrap="square" tIns="45700">
            <a:spAutoFit/>
          </a:bodyPr>
          <a:lstStyle/>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Problema</a:t>
            </a:r>
            <a:endParaRPr>
              <a:solidFill>
                <a:schemeClr val="dk2"/>
              </a:solidFill>
            </a:endParaRPr>
          </a:p>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Objetivos</a:t>
            </a:r>
            <a:endParaRPr>
              <a:solidFill>
                <a:schemeClr val="dk2"/>
              </a:solidFill>
            </a:endParaRPr>
          </a:p>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Justificación</a:t>
            </a:r>
            <a:endParaRPr>
              <a:solidFill>
                <a:schemeClr val="dk2"/>
              </a:solidFill>
            </a:endParaRPr>
          </a:p>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Alcance</a:t>
            </a:r>
            <a:endParaRPr>
              <a:solidFill>
                <a:schemeClr val="dk2"/>
              </a:solidFill>
            </a:endParaRPr>
          </a:p>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Delimitación</a:t>
            </a:r>
            <a:endParaRPr>
              <a:solidFill>
                <a:schemeClr val="dk2"/>
              </a:solidFill>
            </a:endParaRPr>
          </a:p>
          <a:p>
            <a:pPr indent="-431800" lvl="0" marL="457200" marR="0" rtl="0" algn="l">
              <a:spcBef>
                <a:spcPts val="0"/>
              </a:spcBef>
              <a:spcAft>
                <a:spcPts val="0"/>
              </a:spcAft>
              <a:buClr>
                <a:schemeClr val="dk2"/>
              </a:buClr>
              <a:buSzPts val="3200"/>
              <a:buFont typeface="Work Sans Light"/>
              <a:buChar char="●"/>
            </a:pPr>
            <a:r>
              <a:rPr b="1" lang="es-MX" sz="3200">
                <a:solidFill>
                  <a:schemeClr val="dk2"/>
                </a:solidFill>
                <a:latin typeface="Work Sans Light"/>
                <a:ea typeface="Work Sans Light"/>
                <a:cs typeface="Work Sans Light"/>
                <a:sym typeface="Work Sans Light"/>
              </a:rPr>
              <a:t>Entregables Trimestre</a:t>
            </a:r>
            <a:endParaRPr>
              <a:solidFill>
                <a:schemeClr val="dk2"/>
              </a:solidFill>
            </a:endParaRPr>
          </a:p>
        </p:txBody>
      </p:sp>
      <p:pic>
        <p:nvPicPr>
          <p:cNvPr id="323" name="Google Shape;323;g363031deb29_0_296"/>
          <p:cNvPicPr preferRelativeResize="0"/>
          <p:nvPr/>
        </p:nvPicPr>
        <p:blipFill rotWithShape="1">
          <a:blip r:embed="rId4">
            <a:alphaModFix/>
          </a:blip>
          <a:srcRect b="0" l="0" r="0" t="0"/>
          <a:stretch/>
        </p:blipFill>
        <p:spPr>
          <a:xfrm>
            <a:off x="826202" y="2376202"/>
            <a:ext cx="2258000" cy="2258000"/>
          </a:xfrm>
          <a:prstGeom prst="rect">
            <a:avLst/>
          </a:prstGeom>
          <a:noFill/>
          <a:ln>
            <a:noFill/>
          </a:ln>
        </p:spPr>
      </p:pic>
      <p:pic>
        <p:nvPicPr>
          <p:cNvPr id="324" name="Google Shape;324;g363031deb29_0_296"/>
          <p:cNvPicPr preferRelativeResize="0"/>
          <p:nvPr/>
        </p:nvPicPr>
        <p:blipFill rotWithShape="1">
          <a:blip r:embed="rId5">
            <a:alphaModFix/>
          </a:blip>
          <a:srcRect b="0" l="0" r="4942" t="0"/>
          <a:stretch/>
        </p:blipFill>
        <p:spPr>
          <a:xfrm>
            <a:off x="3549163" y="2376200"/>
            <a:ext cx="2135620" cy="22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4e0c3432ec_0_2"/>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Formulación del Proyecto </a:t>
            </a:r>
            <a:endParaRPr/>
          </a:p>
        </p:txBody>
      </p:sp>
      <p:sp>
        <p:nvSpPr>
          <p:cNvPr id="330" name="Google Shape;330;g34e0c3432ec_0_2"/>
          <p:cNvSpPr txBox="1"/>
          <p:nvPr/>
        </p:nvSpPr>
        <p:spPr>
          <a:xfrm>
            <a:off x="5743819" y="2043918"/>
            <a:ext cx="4237675"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MX" sz="1800" u="none" cap="none" strike="noStrike">
                <a:solidFill>
                  <a:srgbClr val="000000"/>
                </a:solidFill>
                <a:latin typeface="Arial"/>
                <a:ea typeface="Arial"/>
                <a:cs typeface="Arial"/>
                <a:sym typeface="Arial"/>
              </a:rPr>
              <a:t>SOFTWARE ADMINISTRATIVO PARA FUNERARIAS (AlmaSoft)</a:t>
            </a:r>
            <a:endParaRPr b="0" i="0" sz="1400" u="none" cap="none" strike="noStrike">
              <a:solidFill>
                <a:srgbClr val="000000"/>
              </a:solidFill>
              <a:latin typeface="Arial"/>
              <a:ea typeface="Arial"/>
              <a:cs typeface="Arial"/>
              <a:sym typeface="Arial"/>
            </a:endParaRPr>
          </a:p>
        </p:txBody>
      </p:sp>
      <p:cxnSp>
        <p:nvCxnSpPr>
          <p:cNvPr id="331" name="Google Shape;331;g34e0c3432ec_0_2"/>
          <p:cNvCxnSpPr/>
          <p:nvPr/>
        </p:nvCxnSpPr>
        <p:spPr>
          <a:xfrm>
            <a:off x="5820727" y="2690208"/>
            <a:ext cx="720000" cy="0"/>
          </a:xfrm>
          <a:prstGeom prst="straightConnector1">
            <a:avLst/>
          </a:prstGeom>
          <a:noFill/>
          <a:ln cap="flat" cmpd="sng" w="50800">
            <a:solidFill>
              <a:schemeClr val="accent6"/>
            </a:solidFill>
            <a:prstDash val="solid"/>
            <a:miter lim="800000"/>
            <a:headEnd len="sm" w="sm" type="none"/>
            <a:tailEnd len="sm" w="sm" type="none"/>
          </a:ln>
        </p:spPr>
      </p:cxnSp>
      <p:sp>
        <p:nvSpPr>
          <p:cNvPr id="332" name="Google Shape;332;g34e0c3432ec_0_2"/>
          <p:cNvSpPr txBox="1"/>
          <p:nvPr/>
        </p:nvSpPr>
        <p:spPr>
          <a:xfrm>
            <a:off x="5743819" y="2922774"/>
            <a:ext cx="6096000" cy="25852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Calibri"/>
                <a:ea typeface="Calibri"/>
                <a:cs typeface="Calibri"/>
                <a:sym typeface="Calibri"/>
              </a:rPr>
              <a:t>Plataforma Tecnológica </a:t>
            </a:r>
            <a:r>
              <a:rPr b="0" i="0" lang="es-MX" sz="1800" u="none" cap="none" strike="noStrike">
                <a:solidFill>
                  <a:srgbClr val="000000"/>
                </a:solidFill>
                <a:latin typeface="Calibri"/>
                <a:ea typeface="Calibri"/>
                <a:cs typeface="Calibri"/>
                <a:sym typeface="Calibri"/>
              </a:rPr>
              <a:t>que está diseñada para optimizar la gestión de clientes, inventarios, productos, planes y servicios ofrecidos por la funeraria. Con una interfaz intuitiva y fácil de usar, permite a los clientes acceder a los servicios de manera personalizada, eligiendo y adaptando las opciones según sus necesidades. También, facilita la administración integral de todos los aspectos relacionados con la operación del negocio, mejorando la experiencia tanto para la empresa como para los usuarios.</a:t>
            </a:r>
            <a:endParaRPr b="0" i="0" sz="1400" u="none" cap="none" strike="noStrike">
              <a:solidFill>
                <a:srgbClr val="000000"/>
              </a:solidFill>
              <a:latin typeface="Calibri"/>
              <a:ea typeface="Calibri"/>
              <a:cs typeface="Calibri"/>
              <a:sym typeface="Calibri"/>
            </a:endParaRPr>
          </a:p>
        </p:txBody>
      </p:sp>
      <p:pic>
        <p:nvPicPr>
          <p:cNvPr id="333" name="Google Shape;333;g34e0c3432ec_0_2"/>
          <p:cNvPicPr preferRelativeResize="0"/>
          <p:nvPr/>
        </p:nvPicPr>
        <p:blipFill rotWithShape="1">
          <a:blip r:embed="rId3">
            <a:alphaModFix/>
          </a:blip>
          <a:srcRect b="0" l="0" r="0" t="0"/>
          <a:stretch/>
        </p:blipFill>
        <p:spPr>
          <a:xfrm>
            <a:off x="-9850" y="1834875"/>
            <a:ext cx="5604769" cy="46993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
          <p:cNvSpPr txBox="1"/>
          <p:nvPr/>
        </p:nvSpPr>
        <p:spPr>
          <a:xfrm>
            <a:off x="950054" y="605917"/>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Planteamiento del Problema</a:t>
            </a:r>
            <a:endParaRPr b="0" i="0" sz="1800" u="none" cap="none" strike="noStrike">
              <a:solidFill>
                <a:schemeClr val="dk1"/>
              </a:solidFill>
              <a:latin typeface="Calibri"/>
              <a:ea typeface="Calibri"/>
              <a:cs typeface="Calibri"/>
              <a:sym typeface="Calibri"/>
            </a:endParaRPr>
          </a:p>
        </p:txBody>
      </p:sp>
      <p:cxnSp>
        <p:nvCxnSpPr>
          <p:cNvPr id="339" name="Google Shape;339;p6"/>
          <p:cNvCxnSpPr>
            <a:stCxn id="338" idx="1"/>
          </p:cNvCxnSpPr>
          <p:nvPr/>
        </p:nvCxnSpPr>
        <p:spPr>
          <a:xfrm flipH="1" rot="10800000">
            <a:off x="950054" y="1094432"/>
            <a:ext cx="5042400" cy="48000"/>
          </a:xfrm>
          <a:prstGeom prst="straightConnector1">
            <a:avLst/>
          </a:prstGeom>
          <a:noFill/>
          <a:ln cap="flat" cmpd="sng" w="50800">
            <a:solidFill>
              <a:schemeClr val="accent6"/>
            </a:solidFill>
            <a:prstDash val="solid"/>
            <a:miter lim="800000"/>
            <a:headEnd len="sm" w="sm" type="none"/>
            <a:tailEnd len="sm" w="sm" type="none"/>
          </a:ln>
        </p:spPr>
      </p:cxnSp>
      <p:sp>
        <p:nvSpPr>
          <p:cNvPr id="340" name="Google Shape;340;p6"/>
          <p:cNvSpPr txBox="1"/>
          <p:nvPr/>
        </p:nvSpPr>
        <p:spPr>
          <a:xfrm>
            <a:off x="950045" y="1377475"/>
            <a:ext cx="11040900" cy="585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s-MX" sz="1800">
                <a:solidFill>
                  <a:srgbClr val="0F1115"/>
                </a:solidFill>
                <a:highlight>
                  <a:srgbClr val="FFFFFF"/>
                </a:highlight>
                <a:latin typeface="Roboto"/>
                <a:ea typeface="Roboto"/>
                <a:cs typeface="Roboto"/>
                <a:sym typeface="Roboto"/>
              </a:rPr>
              <a:t>La funeraria Capilla Celestial cuenta con tres sedes, una de ellas ubicada en el municipio de Santa Rosalía, Vichada. La empresa se dedica a prestar servicios funerarios que incluyen: traslado y preparación del cuerpo, misa, velación, arreglo floral, cafetería, destino final, bóveda y exhumación.</a:t>
            </a:r>
            <a:endParaRPr sz="18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800">
                <a:solidFill>
                  <a:srgbClr val="0F1115"/>
                </a:solidFill>
                <a:highlight>
                  <a:srgbClr val="FFFFFF"/>
                </a:highlight>
                <a:latin typeface="Roboto"/>
                <a:ea typeface="Roboto"/>
                <a:cs typeface="Roboto"/>
                <a:sym typeface="Roboto"/>
              </a:rPr>
              <a:t>A pesar de contar con procesos establecidos para cumplir su misión, recientemente enfrentaron una situación crítica. En uno de los servicios, el fallecido había muerto en Bogotá y requería ser trasladado a Santa Rosalía, Vichada. Este trayecto normalmente toma aproximadamente 11 horas y media, aunque puede variar debido a las dificultades del camino.</a:t>
            </a:r>
            <a:endParaRPr sz="18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800">
                <a:solidFill>
                  <a:srgbClr val="0F1115"/>
                </a:solidFill>
                <a:highlight>
                  <a:srgbClr val="FFFFFF"/>
                </a:highlight>
                <a:latin typeface="Roboto"/>
                <a:ea typeface="Roboto"/>
                <a:cs typeface="Roboto"/>
                <a:sym typeface="Roboto"/>
              </a:rPr>
              <a:t>Lamentablemente, el fallecido había muerto en una vereda de acceso complicado, lo que retrasó significativamente la recogida del cuerpo. Mientras el propietario de la funeraria intentaba localizar y recuperar el cuerpo en una zona remota, la familia no podía contactar con la funeraria. Cuando finalmente se estableció la comunicación, el proceso ya llevaba un retraso de 11 horas.</a:t>
            </a:r>
            <a:endParaRPr sz="18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800">
                <a:solidFill>
                  <a:srgbClr val="0F1115"/>
                </a:solidFill>
                <a:highlight>
                  <a:srgbClr val="FFFFFF"/>
                </a:highlight>
                <a:latin typeface="Roboto"/>
                <a:ea typeface="Roboto"/>
                <a:cs typeface="Roboto"/>
                <a:sym typeface="Roboto"/>
              </a:rPr>
              <a:t>Al llegar finalmente el personal de la funeraria, la familia se mostró muy molesta por la demora. Además, el mismo día falleció una mujer, lo que generó confusión entre los asesores de la funeraria, quienes realizaban tareas simultáneas para ambos casos. Esta superposición de labores afectó la eficiencia del servicio y sin duda perjudicó la imagen de la empresa.</a:t>
            </a:r>
            <a:endParaRPr sz="1800">
              <a:solidFill>
                <a:srgbClr val="0F1115"/>
              </a:solidFill>
              <a:highlight>
                <a:srgbClr val="FFFFFF"/>
              </a:highlight>
              <a:latin typeface="Roboto"/>
              <a:ea typeface="Roboto"/>
              <a:cs typeface="Roboto"/>
              <a:sym typeface="Roboto"/>
            </a:endParaRPr>
          </a:p>
          <a:p>
            <a:pPr indent="0" lvl="0" marL="0" marR="0" rtl="0" algn="just">
              <a:lnSpc>
                <a:spcPct val="108000"/>
              </a:lnSpc>
              <a:spcBef>
                <a:spcPts val="1200"/>
              </a:spcBef>
              <a:spcAft>
                <a:spcPts val="800"/>
              </a:spcAft>
              <a:buClr>
                <a:srgbClr val="000000"/>
              </a:buClr>
              <a:buSzPts val="1800"/>
              <a:buFont typeface="Arial"/>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63031deb29_0_392"/>
          <p:cNvSpPr/>
          <p:nvPr/>
        </p:nvSpPr>
        <p:spPr>
          <a:xfrm>
            <a:off x="4870718" y="593940"/>
            <a:ext cx="35274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g363031deb29_0_392"/>
          <p:cNvSpPr txBox="1"/>
          <p:nvPr/>
        </p:nvSpPr>
        <p:spPr>
          <a:xfrm>
            <a:off x="4395234" y="264561"/>
            <a:ext cx="4077000" cy="6765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General</a:t>
            </a:r>
            <a:endParaRPr/>
          </a:p>
        </p:txBody>
      </p:sp>
      <p:sp>
        <p:nvSpPr>
          <p:cNvPr id="347" name="Google Shape;347;g363031deb29_0_392"/>
          <p:cNvSpPr txBox="1"/>
          <p:nvPr/>
        </p:nvSpPr>
        <p:spPr>
          <a:xfrm>
            <a:off x="3415725" y="1069850"/>
            <a:ext cx="62898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600">
                <a:solidFill>
                  <a:schemeClr val="dk2"/>
                </a:solidFill>
                <a:latin typeface="Work Sans Light"/>
                <a:ea typeface="Work Sans Light"/>
                <a:cs typeface="Work Sans Light"/>
                <a:sym typeface="Work Sans Light"/>
              </a:rPr>
              <a:t>Desarrollar un Sistema de Información Web denominado “Almasoft” como apoyo a los procesos de afiliaciones, planes fúnebres y contratos de la Funeraria Capilla Celestial.</a:t>
            </a:r>
            <a:endParaRPr sz="1600">
              <a:solidFill>
                <a:schemeClr val="dk2"/>
              </a:solidFill>
              <a:latin typeface="Work Sans Light"/>
              <a:ea typeface="Work Sans Light"/>
              <a:cs typeface="Work Sans Light"/>
              <a:sym typeface="Work Sans Light"/>
            </a:endParaRPr>
          </a:p>
        </p:txBody>
      </p:sp>
      <p:sp>
        <p:nvSpPr>
          <p:cNvPr id="348" name="Google Shape;348;g363031deb29_0_392"/>
          <p:cNvSpPr/>
          <p:nvPr/>
        </p:nvSpPr>
        <p:spPr>
          <a:xfrm>
            <a:off x="2021609" y="2065555"/>
            <a:ext cx="4166100" cy="347100"/>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g363031deb29_0_392"/>
          <p:cNvSpPr txBox="1"/>
          <p:nvPr/>
        </p:nvSpPr>
        <p:spPr>
          <a:xfrm>
            <a:off x="1721268" y="1900853"/>
            <a:ext cx="4077000" cy="6765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3200"/>
              <a:buFont typeface="Work Sans Light"/>
              <a:buNone/>
            </a:pPr>
            <a:r>
              <a:rPr lang="es-MX" sz="3200">
                <a:solidFill>
                  <a:srgbClr val="38AA00"/>
                </a:solidFill>
                <a:latin typeface="Work Sans Light"/>
                <a:ea typeface="Work Sans Light"/>
                <a:cs typeface="Work Sans Light"/>
                <a:sym typeface="Work Sans Light"/>
              </a:rPr>
              <a:t>Objetivo Específicos</a:t>
            </a:r>
            <a:endParaRPr/>
          </a:p>
        </p:txBody>
      </p:sp>
      <p:sp>
        <p:nvSpPr>
          <p:cNvPr id="350" name="Google Shape;350;g363031deb29_0_392"/>
          <p:cNvSpPr txBox="1"/>
          <p:nvPr/>
        </p:nvSpPr>
        <p:spPr>
          <a:xfrm>
            <a:off x="815549" y="2577350"/>
            <a:ext cx="10734900" cy="2988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400"/>
              </a:spcBef>
              <a:spcAft>
                <a:spcPts val="0"/>
              </a:spcAft>
              <a:buNone/>
            </a:pPr>
            <a:r>
              <a:t/>
            </a:r>
            <a:endParaRPr b="1" sz="1300">
              <a:solidFill>
                <a:schemeClr val="dk2"/>
              </a:solidFill>
            </a:endParaRPr>
          </a:p>
          <a:p>
            <a:pPr indent="-330200" lvl="0" marL="457200" rtl="0" algn="l">
              <a:lnSpc>
                <a:spcPct val="115000"/>
              </a:lnSpc>
              <a:spcBef>
                <a:spcPts val="1200"/>
              </a:spcBef>
              <a:spcAft>
                <a:spcPts val="0"/>
              </a:spcAft>
              <a:buClr>
                <a:schemeClr val="dk2"/>
              </a:buClr>
              <a:buSzPts val="1600"/>
              <a:buFont typeface="Work Sans Light"/>
              <a:buChar char="●"/>
            </a:pPr>
            <a:r>
              <a:rPr lang="es-MX" sz="1600">
                <a:solidFill>
                  <a:schemeClr val="dk2"/>
                </a:solidFill>
                <a:latin typeface="Work Sans Light"/>
                <a:ea typeface="Work Sans Light"/>
                <a:cs typeface="Work Sans Light"/>
                <a:sym typeface="Work Sans Light"/>
              </a:rPr>
              <a:t>Desarrolla el </a:t>
            </a:r>
            <a:r>
              <a:rPr lang="es-MX" sz="1600">
                <a:solidFill>
                  <a:schemeClr val="dk2"/>
                </a:solidFill>
                <a:latin typeface="Work Sans Light"/>
                <a:ea typeface="Work Sans Light"/>
                <a:cs typeface="Work Sans Light"/>
                <a:sym typeface="Work Sans Light"/>
              </a:rPr>
              <a:t>módulo</a:t>
            </a:r>
            <a:r>
              <a:rPr lang="es-MX" sz="1600">
                <a:solidFill>
                  <a:schemeClr val="dk2"/>
                </a:solidFill>
                <a:latin typeface="Work Sans Light"/>
                <a:ea typeface="Work Sans Light"/>
                <a:cs typeface="Work Sans Light"/>
                <a:sym typeface="Work Sans Light"/>
              </a:rPr>
              <a:t> </a:t>
            </a:r>
            <a:r>
              <a:rPr lang="es-MX" sz="1600">
                <a:solidFill>
                  <a:schemeClr val="dk2"/>
                </a:solidFill>
                <a:latin typeface="Work Sans Light"/>
                <a:ea typeface="Work Sans Light"/>
                <a:cs typeface="Work Sans Light"/>
                <a:sym typeface="Work Sans Light"/>
              </a:rPr>
              <a:t> usuarios de la Funeraria Capilla Celestial.</a:t>
            </a:r>
            <a:br>
              <a:rPr lang="es-MX" sz="1600">
                <a:solidFill>
                  <a:schemeClr val="dk2"/>
                </a:solidFill>
                <a:latin typeface="Work Sans Light"/>
                <a:ea typeface="Work Sans Light"/>
                <a:cs typeface="Work Sans Light"/>
                <a:sym typeface="Work Sans Light"/>
              </a:rPr>
            </a:br>
            <a:endParaRPr sz="1600">
              <a:solidFill>
                <a:schemeClr val="dk2"/>
              </a:solidFill>
              <a:latin typeface="Work Sans Light"/>
              <a:ea typeface="Work Sans Light"/>
              <a:cs typeface="Work Sans Light"/>
              <a:sym typeface="Work Sans Light"/>
            </a:endParaRPr>
          </a:p>
          <a:p>
            <a:pPr indent="-330200" lvl="0" marL="457200" rtl="0" algn="l">
              <a:lnSpc>
                <a:spcPct val="115000"/>
              </a:lnSpc>
              <a:spcBef>
                <a:spcPts val="0"/>
              </a:spcBef>
              <a:spcAft>
                <a:spcPts val="0"/>
              </a:spcAft>
              <a:buClr>
                <a:schemeClr val="dk2"/>
              </a:buClr>
              <a:buSzPts val="1600"/>
              <a:buFont typeface="Work Sans Light"/>
              <a:buChar char="●"/>
            </a:pPr>
            <a:r>
              <a:rPr lang="es-MX" sz="1600">
                <a:solidFill>
                  <a:schemeClr val="dk2"/>
                </a:solidFill>
                <a:latin typeface="Work Sans Light"/>
                <a:ea typeface="Work Sans Light"/>
                <a:cs typeface="Work Sans Light"/>
                <a:sym typeface="Work Sans Light"/>
              </a:rPr>
              <a:t>Desarrolla el módulo de</a:t>
            </a:r>
            <a:r>
              <a:rPr lang="es-MX" sz="1600">
                <a:solidFill>
                  <a:schemeClr val="dk2"/>
                </a:solidFill>
                <a:latin typeface="Work Sans Light"/>
                <a:ea typeface="Work Sans Light"/>
                <a:cs typeface="Work Sans Light"/>
                <a:sym typeface="Work Sans Light"/>
              </a:rPr>
              <a:t> afiliaciones de la Funeraria Capilla Celestial.</a:t>
            </a:r>
            <a:br>
              <a:rPr lang="es-MX" sz="1600">
                <a:solidFill>
                  <a:schemeClr val="dk2"/>
                </a:solidFill>
                <a:latin typeface="Work Sans Light"/>
                <a:ea typeface="Work Sans Light"/>
                <a:cs typeface="Work Sans Light"/>
                <a:sym typeface="Work Sans Light"/>
              </a:rPr>
            </a:br>
            <a:endParaRPr sz="1600">
              <a:solidFill>
                <a:schemeClr val="dk2"/>
              </a:solidFill>
              <a:latin typeface="Work Sans Light"/>
              <a:ea typeface="Work Sans Light"/>
              <a:cs typeface="Work Sans Light"/>
              <a:sym typeface="Work Sans Light"/>
            </a:endParaRPr>
          </a:p>
          <a:p>
            <a:pPr indent="-330200" lvl="0" marL="457200" rtl="0" algn="l">
              <a:lnSpc>
                <a:spcPct val="115000"/>
              </a:lnSpc>
              <a:spcBef>
                <a:spcPts val="0"/>
              </a:spcBef>
              <a:spcAft>
                <a:spcPts val="0"/>
              </a:spcAft>
              <a:buClr>
                <a:schemeClr val="dk2"/>
              </a:buClr>
              <a:buSzPts val="1600"/>
              <a:buFont typeface="Work Sans Light"/>
              <a:buChar char="●"/>
            </a:pPr>
            <a:r>
              <a:rPr lang="es-MX" sz="1600">
                <a:solidFill>
                  <a:schemeClr val="dk2"/>
                </a:solidFill>
                <a:latin typeface="Work Sans Light"/>
                <a:ea typeface="Work Sans Light"/>
                <a:cs typeface="Work Sans Light"/>
                <a:sym typeface="Work Sans Light"/>
              </a:rPr>
              <a:t>Desarrolla el módulo de </a:t>
            </a:r>
            <a:r>
              <a:rPr lang="es-MX" sz="1600">
                <a:solidFill>
                  <a:schemeClr val="dk2"/>
                </a:solidFill>
                <a:latin typeface="Work Sans Light"/>
                <a:ea typeface="Work Sans Light"/>
                <a:cs typeface="Work Sans Light"/>
                <a:sym typeface="Work Sans Light"/>
              </a:rPr>
              <a:t>planes fúnebres de la Funeraria Capilla Celestial.</a:t>
            </a:r>
            <a:br>
              <a:rPr lang="es-MX" sz="1600">
                <a:solidFill>
                  <a:schemeClr val="dk2"/>
                </a:solidFill>
                <a:latin typeface="Work Sans Light"/>
                <a:ea typeface="Work Sans Light"/>
                <a:cs typeface="Work Sans Light"/>
                <a:sym typeface="Work Sans Light"/>
              </a:rPr>
            </a:br>
            <a:endParaRPr sz="1600">
              <a:solidFill>
                <a:schemeClr val="dk2"/>
              </a:solidFill>
              <a:latin typeface="Work Sans Light"/>
              <a:ea typeface="Work Sans Light"/>
              <a:cs typeface="Work Sans Light"/>
              <a:sym typeface="Work Sans Light"/>
            </a:endParaRPr>
          </a:p>
          <a:p>
            <a:pPr indent="-330200" lvl="0" marL="457200" rtl="0" algn="l">
              <a:lnSpc>
                <a:spcPct val="115000"/>
              </a:lnSpc>
              <a:spcBef>
                <a:spcPts val="0"/>
              </a:spcBef>
              <a:spcAft>
                <a:spcPts val="0"/>
              </a:spcAft>
              <a:buClr>
                <a:schemeClr val="dk2"/>
              </a:buClr>
              <a:buSzPts val="1600"/>
              <a:buFont typeface="Work Sans Light"/>
              <a:buChar char="●"/>
            </a:pPr>
            <a:r>
              <a:rPr lang="es-MX" sz="1600">
                <a:solidFill>
                  <a:schemeClr val="dk2"/>
                </a:solidFill>
                <a:latin typeface="Work Sans Light"/>
                <a:ea typeface="Work Sans Light"/>
                <a:cs typeface="Work Sans Light"/>
                <a:sym typeface="Work Sans Light"/>
              </a:rPr>
              <a:t>Desarrolla el módulo de</a:t>
            </a:r>
            <a:r>
              <a:rPr lang="es-MX" sz="1600">
                <a:solidFill>
                  <a:schemeClr val="dk2"/>
                </a:solidFill>
                <a:latin typeface="Work Sans Light"/>
                <a:ea typeface="Work Sans Light"/>
                <a:cs typeface="Work Sans Light"/>
                <a:sym typeface="Work Sans Light"/>
              </a:rPr>
              <a:t> cronograma de actividades de los servicios ofrecidos en la funeraria capilla celestial. </a:t>
            </a:r>
            <a:endParaRPr sz="1600">
              <a:solidFill>
                <a:schemeClr val="dk2"/>
              </a:solidFill>
              <a:latin typeface="Work Sans Light"/>
              <a:ea typeface="Work Sans Light"/>
              <a:cs typeface="Work Sans Light"/>
              <a:sym typeface="Work Sans Light"/>
            </a:endParaRPr>
          </a:p>
          <a:p>
            <a:pPr indent="-330200" lvl="0" marL="457200" rtl="0" algn="l">
              <a:lnSpc>
                <a:spcPct val="115000"/>
              </a:lnSpc>
              <a:spcBef>
                <a:spcPts val="0"/>
              </a:spcBef>
              <a:spcAft>
                <a:spcPts val="0"/>
              </a:spcAft>
              <a:buClr>
                <a:schemeClr val="dk2"/>
              </a:buClr>
              <a:buSzPts val="1600"/>
              <a:buFont typeface="Work Sans Light"/>
              <a:buChar char="●"/>
            </a:pPr>
            <a:r>
              <a:rPr lang="es-MX" sz="1600">
                <a:solidFill>
                  <a:schemeClr val="dk2"/>
                </a:solidFill>
                <a:latin typeface="Work Sans Light"/>
                <a:ea typeface="Work Sans Light"/>
                <a:cs typeface="Work Sans Light"/>
                <a:sym typeface="Work Sans Light"/>
              </a:rPr>
              <a:t>Desarrolla el módulo de </a:t>
            </a:r>
            <a:r>
              <a:rPr lang="es-MX" sz="1600">
                <a:solidFill>
                  <a:schemeClr val="dk2"/>
                </a:solidFill>
                <a:latin typeface="Work Sans Light"/>
                <a:ea typeface="Work Sans Light"/>
                <a:cs typeface="Work Sans Light"/>
                <a:sym typeface="Work Sans Light"/>
              </a:rPr>
              <a:t>reportes gráficos e impresos de la Funeraria Capilla Celestial.</a:t>
            </a:r>
            <a:endParaRPr sz="2100">
              <a:solidFill>
                <a:schemeClr val="dk2"/>
              </a:solidFill>
              <a:latin typeface="Work Sans Light"/>
              <a:ea typeface="Work Sans Light"/>
              <a:cs typeface="Work Sans Light"/>
              <a:sym typeface="Work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8"/>
          <p:cNvSpPr txBox="1"/>
          <p:nvPr/>
        </p:nvSpPr>
        <p:spPr>
          <a:xfrm>
            <a:off x="950054" y="525734"/>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Alcance </a:t>
            </a:r>
            <a:endParaRPr b="0" i="0" sz="1800" u="none" cap="none" strike="noStrike">
              <a:solidFill>
                <a:schemeClr val="dk1"/>
              </a:solidFill>
              <a:latin typeface="Calibri"/>
              <a:ea typeface="Calibri"/>
              <a:cs typeface="Calibri"/>
              <a:sym typeface="Calibri"/>
            </a:endParaRPr>
          </a:p>
        </p:txBody>
      </p:sp>
      <p:cxnSp>
        <p:nvCxnSpPr>
          <p:cNvPr id="356" name="Google Shape;356;p8"/>
          <p:cNvCxnSpPr/>
          <p:nvPr/>
        </p:nvCxnSpPr>
        <p:spPr>
          <a:xfrm>
            <a:off x="950054" y="957133"/>
            <a:ext cx="5035879" cy="0"/>
          </a:xfrm>
          <a:prstGeom prst="straightConnector1">
            <a:avLst/>
          </a:prstGeom>
          <a:noFill/>
          <a:ln cap="flat" cmpd="sng" w="50800">
            <a:solidFill>
              <a:schemeClr val="accent6"/>
            </a:solidFill>
            <a:prstDash val="solid"/>
            <a:miter lim="800000"/>
            <a:headEnd len="sm" w="sm" type="none"/>
            <a:tailEnd len="sm" w="sm" type="none"/>
          </a:ln>
        </p:spPr>
      </p:cxnSp>
      <p:sp>
        <p:nvSpPr>
          <p:cNvPr id="357" name="Google Shape;357;p8"/>
          <p:cNvSpPr txBox="1"/>
          <p:nvPr/>
        </p:nvSpPr>
        <p:spPr>
          <a:xfrm>
            <a:off x="1067850" y="957125"/>
            <a:ext cx="8956200" cy="4963500"/>
          </a:xfrm>
          <a:prstGeom prst="rect">
            <a:avLst/>
          </a:prstGeom>
          <a:noFill/>
          <a:ln>
            <a:noFill/>
          </a:ln>
        </p:spPr>
        <p:txBody>
          <a:bodyPr anchorCtr="0" anchor="t" bIns="91425" lIns="91425" spcFirstLastPara="1" rIns="91425" wrap="square" tIns="91425">
            <a:spAutoFit/>
          </a:bodyPr>
          <a:lstStyle/>
          <a:p>
            <a:pPr indent="0" lvl="0" marL="0" rtl="0" algn="just">
              <a:lnSpc>
                <a:spcPct val="107916"/>
              </a:lnSpc>
              <a:spcBef>
                <a:spcPts val="0"/>
              </a:spcBef>
              <a:spcAft>
                <a:spcPts val="0"/>
              </a:spcAft>
              <a:buClr>
                <a:schemeClr val="dk1"/>
              </a:buClr>
              <a:buSzPts val="1100"/>
              <a:buFont typeface="Arial"/>
              <a:buNone/>
            </a:pPr>
            <a:r>
              <a:t/>
            </a:r>
            <a:endParaRPr sz="1000">
              <a:solidFill>
                <a:schemeClr val="dk2"/>
              </a:solidFill>
            </a:endParaRPr>
          </a:p>
          <a:p>
            <a:pPr indent="0" lvl="0" marL="0" rtl="0" algn="just">
              <a:lnSpc>
                <a:spcPct val="107916"/>
              </a:lnSpc>
              <a:spcBef>
                <a:spcPts val="800"/>
              </a:spcBef>
              <a:spcAft>
                <a:spcPts val="0"/>
              </a:spcAft>
              <a:buClr>
                <a:schemeClr val="dk1"/>
              </a:buClr>
              <a:buSzPts val="1100"/>
              <a:buFont typeface="Arial"/>
              <a:buNone/>
            </a:pPr>
            <a:r>
              <a:rPr lang="es-MX" sz="1000">
                <a:solidFill>
                  <a:schemeClr val="dk2"/>
                </a:solidFill>
              </a:rPr>
              <a:t> </a:t>
            </a:r>
            <a:r>
              <a:rPr lang="es-MX" sz="1600">
                <a:solidFill>
                  <a:schemeClr val="dk2"/>
                </a:solidFill>
              </a:rPr>
              <a:t>Almasoft tiene como propósito central automatizar, optimizar y centralizar la gestión operativa, administrativa y comercial de la funeraria capilla celestial (ubicada en santa rosalía vichada), permitiendo un control integral de los procesos y obteniendo una atención personalizada a cada cliente. </a:t>
            </a:r>
            <a:endParaRPr sz="1600">
              <a:solidFill>
                <a:schemeClr val="dk2"/>
              </a:solidFill>
            </a:endParaRPr>
          </a:p>
          <a:p>
            <a:pPr indent="0" lvl="0" marL="0" rtl="0" algn="just">
              <a:lnSpc>
                <a:spcPct val="107916"/>
              </a:lnSpc>
              <a:spcBef>
                <a:spcPts val="800"/>
              </a:spcBef>
              <a:spcAft>
                <a:spcPts val="0"/>
              </a:spcAft>
              <a:buClr>
                <a:schemeClr val="dk1"/>
              </a:buClr>
              <a:buSzPts val="1100"/>
              <a:buFont typeface="Arial"/>
              <a:buNone/>
            </a:pPr>
            <a:r>
              <a:rPr lang="es-MX" sz="1600">
                <a:solidFill>
                  <a:schemeClr val="dk2"/>
                </a:solidFill>
              </a:rPr>
              <a:t>De esta manera lograríamos optimizar el entorno digital unificado para que así permita gestionar los servicios funerarios desde la contratación hasta su finalización, abarcando de esta manera la planificación, ejecución, seguimiento y facturación de cada servicio ofrecido, que entre los cuales incluyen.</a:t>
            </a:r>
            <a:endParaRPr sz="1600">
              <a:solidFill>
                <a:schemeClr val="dk2"/>
              </a:solidFill>
            </a:endParaRPr>
          </a:p>
          <a:p>
            <a:pPr indent="-330200" lvl="0" marL="457200" rtl="0" algn="just">
              <a:lnSpc>
                <a:spcPct val="107916"/>
              </a:lnSpc>
              <a:spcBef>
                <a:spcPts val="800"/>
              </a:spcBef>
              <a:spcAft>
                <a:spcPts val="0"/>
              </a:spcAft>
              <a:buClr>
                <a:schemeClr val="dk2"/>
              </a:buClr>
              <a:buSzPts val="1600"/>
              <a:buAutoNum type="arabicPeriod"/>
            </a:pPr>
            <a:r>
              <a:rPr lang="es-MX" sz="1600">
                <a:solidFill>
                  <a:schemeClr val="dk2"/>
                </a:solidFill>
              </a:rPr>
              <a:t>Gestión de clientes </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Gestión de servicios funerarios </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Calendario operativo</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Gestión de inventarios</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Gestión documental </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Sistema de roles y seguridad </a:t>
            </a:r>
            <a:endParaRPr sz="1600">
              <a:solidFill>
                <a:schemeClr val="dk2"/>
              </a:solidFill>
            </a:endParaRPr>
          </a:p>
          <a:p>
            <a:pPr indent="-330200" lvl="0" marL="457200" rtl="0" algn="just">
              <a:lnSpc>
                <a:spcPct val="107916"/>
              </a:lnSpc>
              <a:spcBef>
                <a:spcPts val="0"/>
              </a:spcBef>
              <a:spcAft>
                <a:spcPts val="0"/>
              </a:spcAft>
              <a:buClr>
                <a:schemeClr val="dk2"/>
              </a:buClr>
              <a:buSzPts val="1600"/>
              <a:buAutoNum type="arabicPeriod"/>
            </a:pPr>
            <a:r>
              <a:rPr lang="es-MX" sz="1600">
                <a:solidFill>
                  <a:schemeClr val="dk2"/>
                </a:solidFill>
              </a:rPr>
              <a:t>E-commerce </a:t>
            </a:r>
            <a:endParaRPr sz="1600">
              <a:solidFill>
                <a:schemeClr val="dk2"/>
              </a:solidFill>
            </a:endParaRPr>
          </a:p>
          <a:p>
            <a:pPr indent="0" lvl="0" marL="0" marR="0" rtl="0" algn="just">
              <a:lnSpc>
                <a:spcPct val="107916"/>
              </a:lnSpc>
              <a:spcBef>
                <a:spcPts val="80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
          <p:cNvSpPr txBox="1"/>
          <p:nvPr/>
        </p:nvSpPr>
        <p:spPr>
          <a:xfrm>
            <a:off x="950054" y="525734"/>
            <a:ext cx="5547843" cy="107303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38AA00"/>
              </a:buClr>
              <a:buSzPts val="2600"/>
              <a:buFont typeface="Work Sans Light"/>
              <a:buNone/>
            </a:pPr>
            <a:r>
              <a:rPr b="0" i="0" lang="es-MX" sz="2600" u="none" cap="none" strike="noStrike">
                <a:solidFill>
                  <a:srgbClr val="38AA00"/>
                </a:solidFill>
                <a:latin typeface="Work Sans Light"/>
                <a:ea typeface="Work Sans Light"/>
                <a:cs typeface="Work Sans Light"/>
                <a:sym typeface="Work Sans Light"/>
              </a:rPr>
              <a:t>Justificación </a:t>
            </a:r>
            <a:endParaRPr b="0" i="0" sz="1800" u="none" cap="none" strike="noStrike">
              <a:solidFill>
                <a:schemeClr val="dk1"/>
              </a:solidFill>
              <a:latin typeface="Calibri"/>
              <a:ea typeface="Calibri"/>
              <a:cs typeface="Calibri"/>
              <a:sym typeface="Calibri"/>
            </a:endParaRPr>
          </a:p>
        </p:txBody>
      </p:sp>
      <p:cxnSp>
        <p:nvCxnSpPr>
          <p:cNvPr id="363" name="Google Shape;363;p3"/>
          <p:cNvCxnSpPr/>
          <p:nvPr/>
        </p:nvCxnSpPr>
        <p:spPr>
          <a:xfrm>
            <a:off x="950054" y="957133"/>
            <a:ext cx="5035879" cy="0"/>
          </a:xfrm>
          <a:prstGeom prst="straightConnector1">
            <a:avLst/>
          </a:prstGeom>
          <a:noFill/>
          <a:ln cap="flat" cmpd="sng" w="50800">
            <a:solidFill>
              <a:schemeClr val="accent6"/>
            </a:solidFill>
            <a:prstDash val="solid"/>
            <a:miter lim="800000"/>
            <a:headEnd len="sm" w="sm" type="none"/>
            <a:tailEnd len="sm" w="sm" type="none"/>
          </a:ln>
        </p:spPr>
      </p:cxnSp>
      <p:sp>
        <p:nvSpPr>
          <p:cNvPr id="364" name="Google Shape;364;p3"/>
          <p:cNvSpPr txBox="1"/>
          <p:nvPr/>
        </p:nvSpPr>
        <p:spPr>
          <a:xfrm flipH="1">
            <a:off x="10376925" y="6401425"/>
            <a:ext cx="1921500" cy="58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Ver </a:t>
            </a:r>
            <a:r>
              <a:rPr b="0" i="0" lang="es-MX" sz="14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documento</a:t>
            </a:r>
            <a:r>
              <a:rPr b="0" i="0" lang="es-MX" sz="1400" u="none" cap="none" strike="noStrike">
                <a:solidFill>
                  <a:schemeClr val="dk1"/>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p:txBody>
      </p:sp>
      <p:sp>
        <p:nvSpPr>
          <p:cNvPr id="365" name="Google Shape;365;p3"/>
          <p:cNvSpPr txBox="1"/>
          <p:nvPr/>
        </p:nvSpPr>
        <p:spPr>
          <a:xfrm>
            <a:off x="441178" y="1194199"/>
            <a:ext cx="6056719" cy="5303986"/>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El software almasoft podrá:  </a:t>
            </a:r>
            <a:endParaRPr b="0" i="0" sz="1800" u="none" cap="none" strike="noStrike">
              <a:solidFill>
                <a:srgbClr val="000000"/>
              </a:solidFill>
              <a:latin typeface="Calibri"/>
              <a:ea typeface="Calibri"/>
              <a:cs typeface="Calibri"/>
              <a:sym typeface="Calibri"/>
            </a:endParaRPr>
          </a:p>
          <a:p>
            <a:pPr indent="0" lvl="0" marL="0" marR="0" rtl="0" algn="just">
              <a:lnSpc>
                <a:spcPct val="100000"/>
              </a:lnSpc>
              <a:spcBef>
                <a:spcPts val="80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Automatización de procesos:</a:t>
            </a:r>
            <a:r>
              <a:rPr b="0" i="0" lang="es-MX" sz="1800" u="none" cap="none" strike="noStrike">
                <a:solidFill>
                  <a:srgbClr val="2E75B5"/>
                </a:solidFill>
                <a:latin typeface="Calibri"/>
                <a:ea typeface="Calibri"/>
                <a:cs typeface="Calibri"/>
                <a:sym typeface="Calibri"/>
              </a:rPr>
              <a:t> </a:t>
            </a:r>
            <a:r>
              <a:rPr b="0" i="0" lang="es-MX" sz="1800" u="none" cap="none" strike="noStrike">
                <a:solidFill>
                  <a:srgbClr val="000000"/>
                </a:solidFill>
                <a:latin typeface="Calibri"/>
                <a:ea typeface="Calibri"/>
                <a:cs typeface="Calibri"/>
                <a:sym typeface="Calibri"/>
              </a:rPr>
              <a:t>La automatización de tareas como la gestión de inventarios, la facturación, la programación de servicios y la coordinación de la logística reduce la carga de trabajo manual, minimiza errores y ahorra tiempo.</a:t>
            </a:r>
            <a:endParaRPr b="0" i="0" sz="1800" u="none" cap="none" strike="noStrike">
              <a:solidFill>
                <a:srgbClr val="000000"/>
              </a:solidFill>
              <a:latin typeface="Calibri"/>
              <a:ea typeface="Calibri"/>
              <a:cs typeface="Calibri"/>
              <a:sym typeface="Calibri"/>
            </a:endParaRPr>
          </a:p>
          <a:p>
            <a:pPr indent="0" lvl="0" marL="0" marR="0" rtl="0" algn="just">
              <a:lnSpc>
                <a:spcPct val="100000"/>
              </a:lnSpc>
              <a:spcBef>
                <a:spcPts val="80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Interconexión entre departamentos: El software puede conectar diferentes áreas de la funeraria (ventas, logística, atención al cliente, administración), mejorando la comunicación y evitando la duplicación de tareas.</a:t>
            </a:r>
            <a:endParaRPr b="0" i="0" sz="1800" u="none" cap="none" strike="noStrike">
              <a:solidFill>
                <a:srgbClr val="000000"/>
              </a:solidFill>
              <a:latin typeface="Calibri"/>
              <a:ea typeface="Calibri"/>
              <a:cs typeface="Calibri"/>
              <a:sym typeface="Calibri"/>
            </a:endParaRPr>
          </a:p>
          <a:p>
            <a:pPr indent="0" lvl="0" marL="0" marR="0" rtl="0" algn="just">
              <a:lnSpc>
                <a:spcPct val="100000"/>
              </a:lnSpc>
              <a:spcBef>
                <a:spcPts val="800"/>
              </a:spcBef>
              <a:spcAft>
                <a:spcPts val="0"/>
              </a:spcAft>
              <a:buClr>
                <a:srgbClr val="000000"/>
              </a:buClr>
              <a:buSzPts val="1800"/>
              <a:buFont typeface="Arial"/>
              <a:buNone/>
            </a:pPr>
            <a:r>
              <a:rPr b="0" i="0" lang="es-MX" sz="1800" u="none" cap="none" strike="noStrike">
                <a:solidFill>
                  <a:srgbClr val="000000"/>
                </a:solidFill>
                <a:latin typeface="Calibri"/>
                <a:ea typeface="Calibri"/>
                <a:cs typeface="Calibri"/>
                <a:sym typeface="Calibri"/>
              </a:rPr>
              <a:t>Un software administrativo para una funeraria no sólo ayuda a organizar y optimizar las operaciones diarias, sino que también contribuye a mejorar la calidad del servicio, aumentar la eficiencia y tomar decisiones más informadas. Es una inversión que a largo plazo se traduce en una mayor rentabilidad y satisfacción del cliente.</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800"/>
              <a:buFont typeface="Arial"/>
              <a:buNone/>
            </a:pPr>
            <a:br>
              <a:rPr b="0" i="0" lang="es-MX" sz="1800" u="none" cap="none" strike="noStrike">
                <a:solidFill>
                  <a:srgbClr val="000000"/>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pic>
        <p:nvPicPr>
          <p:cNvPr descr="Ilustración del concepto de ok" id="366" name="Google Shape;366;p3"/>
          <p:cNvPicPr preferRelativeResize="0"/>
          <p:nvPr/>
        </p:nvPicPr>
        <p:blipFill rotWithShape="1">
          <a:blip r:embed="rId4">
            <a:alphaModFix/>
          </a:blip>
          <a:srcRect b="0" l="0" r="0" t="0"/>
          <a:stretch/>
        </p:blipFill>
        <p:spPr>
          <a:xfrm>
            <a:off x="7323666" y="1480231"/>
            <a:ext cx="4241800" cy="4241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9"/>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Mapas de Procesos </a:t>
            </a:r>
            <a:endParaRPr sz="4000">
              <a:solidFill>
                <a:schemeClr val="lt1"/>
              </a:solidFill>
              <a:latin typeface="Work Sans Medium"/>
              <a:ea typeface="Work Sans Medium"/>
              <a:cs typeface="Work Sans Medium"/>
              <a:sym typeface="Work Sans Medium"/>
            </a:endParaRPr>
          </a:p>
        </p:txBody>
      </p:sp>
      <p:sp>
        <p:nvSpPr>
          <p:cNvPr id="372" name="Google Shape;372;p9"/>
          <p:cNvSpPr txBox="1"/>
          <p:nvPr/>
        </p:nvSpPr>
        <p:spPr>
          <a:xfrm>
            <a:off x="10914350" y="6473700"/>
            <a:ext cx="1941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ver formato</a:t>
            </a:r>
            <a:endParaRPr b="0" i="0" sz="1800" u="none" cap="none" strike="noStrike">
              <a:solidFill>
                <a:schemeClr val="dk1"/>
              </a:solidFill>
              <a:latin typeface="Calibri"/>
              <a:ea typeface="Calibri"/>
              <a:cs typeface="Calibri"/>
              <a:sym typeface="Calibri"/>
            </a:endParaRPr>
          </a:p>
        </p:txBody>
      </p:sp>
      <p:sp>
        <p:nvSpPr>
          <p:cNvPr id="373" name="Google Shape;373;p9"/>
          <p:cNvSpPr txBox="1"/>
          <p:nvPr/>
        </p:nvSpPr>
        <p:spPr>
          <a:xfrm>
            <a:off x="364550" y="1451325"/>
            <a:ext cx="11380800" cy="25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dk1"/>
                </a:solidFill>
                <a:latin typeface="Calibri"/>
                <a:ea typeface="Calibri"/>
                <a:cs typeface="Calibri"/>
                <a:sym typeface="Calibri"/>
              </a:rPr>
              <a:t>La funeraria sin implementar el software </a:t>
            </a:r>
            <a:endParaRPr b="0" i="0" sz="2800" u="none" cap="none" strike="noStrike">
              <a:solidFill>
                <a:schemeClr val="dk1"/>
              </a:solidFill>
              <a:latin typeface="Calibri"/>
              <a:ea typeface="Calibri"/>
              <a:cs typeface="Calibri"/>
              <a:sym typeface="Calibri"/>
            </a:endParaRPr>
          </a:p>
        </p:txBody>
      </p:sp>
      <p:pic>
        <p:nvPicPr>
          <p:cNvPr id="374" name="Google Shape;374;p9"/>
          <p:cNvPicPr preferRelativeResize="0"/>
          <p:nvPr/>
        </p:nvPicPr>
        <p:blipFill rotWithShape="1">
          <a:blip r:embed="rId4">
            <a:alphaModFix/>
          </a:blip>
          <a:srcRect b="0" l="0" r="0" t="0"/>
          <a:stretch/>
        </p:blipFill>
        <p:spPr>
          <a:xfrm>
            <a:off x="97366" y="1913257"/>
            <a:ext cx="11997267" cy="45604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1"/>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Técnica de Recolección de Datos </a:t>
            </a:r>
            <a:endParaRPr sz="4000">
              <a:solidFill>
                <a:schemeClr val="lt1"/>
              </a:solidFill>
              <a:latin typeface="Work Sans Medium"/>
              <a:ea typeface="Work Sans Medium"/>
              <a:cs typeface="Work Sans Medium"/>
              <a:sym typeface="Work Sans Medium"/>
            </a:endParaRPr>
          </a:p>
        </p:txBody>
      </p:sp>
      <p:sp>
        <p:nvSpPr>
          <p:cNvPr id="380" name="Google Shape;380;p11"/>
          <p:cNvSpPr txBox="1"/>
          <p:nvPr/>
        </p:nvSpPr>
        <p:spPr>
          <a:xfrm>
            <a:off x="3771900" y="4400550"/>
            <a:ext cx="845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381" name="Google Shape;381;p11"/>
          <p:cNvSpPr txBox="1"/>
          <p:nvPr/>
        </p:nvSpPr>
        <p:spPr>
          <a:xfrm>
            <a:off x="1409700" y="2038350"/>
            <a:ext cx="88392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D0D0D"/>
                </a:solidFill>
                <a:highlight>
                  <a:srgbClr val="FFFFFF"/>
                </a:highlight>
                <a:latin typeface="Roboto"/>
                <a:ea typeface="Roboto"/>
                <a:cs typeface="Roboto"/>
                <a:sym typeface="Roboto"/>
              </a:rPr>
              <a:t>La técnica usada para la recolección de datos fue realizar una encuesta la cual consta de 13 preguntas y fue respondida por 31 personas.</a:t>
            </a:r>
            <a:endParaRPr b="0" i="0" sz="18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D0D0D"/>
                </a:solidFill>
                <a:highlight>
                  <a:srgbClr val="FFFFFF"/>
                </a:highlight>
                <a:latin typeface="Roboto"/>
                <a:ea typeface="Roboto"/>
                <a:cs typeface="Roboto"/>
                <a:sym typeface="Roboto"/>
              </a:rPr>
              <a:t>Esta </a:t>
            </a:r>
            <a:r>
              <a:rPr b="0" i="0" lang="es-MX" sz="1800" u="none" cap="none" strike="noStrike">
                <a:solidFill>
                  <a:schemeClr val="dk1"/>
                </a:solidFill>
                <a:highlight>
                  <a:srgbClr val="FFFFFF"/>
                </a:highlight>
                <a:uFill>
                  <a:noFill/>
                </a:uFill>
                <a:latin typeface="Roboto"/>
                <a:ea typeface="Roboto"/>
                <a:cs typeface="Roboto"/>
                <a:sym typeface="Roboto"/>
                <a:hlinkClick r:id="rId3">
                  <a:extLst>
                    <a:ext uri="{A12FA001-AC4F-418D-AE19-62706E023703}">
                      <ahyp:hlinkClr val="tx"/>
                    </a:ext>
                  </a:extLst>
                </a:hlinkClick>
              </a:rPr>
              <a:t>encuesta</a:t>
            </a:r>
            <a:r>
              <a:rPr b="0" i="0" lang="es-MX" sz="1800" u="none" cap="none" strike="noStrike">
                <a:solidFill>
                  <a:schemeClr val="dk1"/>
                </a:solidFill>
                <a:highlight>
                  <a:srgbClr val="FFFFFF"/>
                </a:highlight>
                <a:latin typeface="Roboto"/>
                <a:ea typeface="Roboto"/>
                <a:cs typeface="Roboto"/>
                <a:sym typeface="Roboto"/>
              </a:rPr>
              <a:t> </a:t>
            </a:r>
            <a:r>
              <a:rPr b="0" i="0" lang="es-MX" sz="1800" u="none" cap="none" strike="noStrike">
                <a:solidFill>
                  <a:srgbClr val="0D0D0D"/>
                </a:solidFill>
                <a:highlight>
                  <a:srgbClr val="FFFFFF"/>
                </a:highlight>
                <a:latin typeface="Roboto"/>
                <a:ea typeface="Roboto"/>
                <a:cs typeface="Roboto"/>
                <a:sym typeface="Roboto"/>
              </a:rPr>
              <a:t>fue una ayuda para saber si un aplicativo web de gestión educativa era viable y tener más confianza para así poder crear el software edufast</a:t>
            </a:r>
            <a:endParaRPr b="0" i="0" sz="18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D0D0D"/>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D0D0D"/>
              </a:solidFill>
              <a:highlight>
                <a:srgbClr val="FFFFFF"/>
              </a:highlight>
              <a:latin typeface="Roboto"/>
              <a:ea typeface="Roboto"/>
              <a:cs typeface="Roboto"/>
              <a:sym typeface="Roboto"/>
            </a:endParaRPr>
          </a:p>
        </p:txBody>
      </p:sp>
      <p:pic>
        <p:nvPicPr>
          <p:cNvPr id="382" name="Google Shape;382;p11"/>
          <p:cNvPicPr preferRelativeResize="0"/>
          <p:nvPr/>
        </p:nvPicPr>
        <p:blipFill rotWithShape="1">
          <a:blip r:embed="rId4">
            <a:alphaModFix/>
          </a:blip>
          <a:srcRect b="0" l="0" r="0" t="0"/>
          <a:stretch/>
        </p:blipFill>
        <p:spPr>
          <a:xfrm>
            <a:off x="1142025" y="3456626"/>
            <a:ext cx="2862749" cy="2988175"/>
          </a:xfrm>
          <a:prstGeom prst="rect">
            <a:avLst/>
          </a:prstGeom>
          <a:noFill/>
          <a:ln>
            <a:noFill/>
          </a:ln>
        </p:spPr>
      </p:pic>
      <p:pic>
        <p:nvPicPr>
          <p:cNvPr id="383" name="Google Shape;383;p11"/>
          <p:cNvPicPr preferRelativeResize="0"/>
          <p:nvPr/>
        </p:nvPicPr>
        <p:blipFill rotWithShape="1">
          <a:blip r:embed="rId5">
            <a:alphaModFix/>
          </a:blip>
          <a:srcRect b="0" l="0" r="0" t="0"/>
          <a:stretch/>
        </p:blipFill>
        <p:spPr>
          <a:xfrm>
            <a:off x="4348238" y="3411950"/>
            <a:ext cx="2784775" cy="3089876"/>
          </a:xfrm>
          <a:prstGeom prst="rect">
            <a:avLst/>
          </a:prstGeom>
          <a:noFill/>
          <a:ln>
            <a:noFill/>
          </a:ln>
        </p:spPr>
      </p:pic>
      <p:pic>
        <p:nvPicPr>
          <p:cNvPr id="384" name="Google Shape;384;p11"/>
          <p:cNvPicPr preferRelativeResize="0"/>
          <p:nvPr/>
        </p:nvPicPr>
        <p:blipFill rotWithShape="1">
          <a:blip r:embed="rId6">
            <a:alphaModFix/>
          </a:blip>
          <a:srcRect b="0" l="0" r="0" t="0"/>
          <a:stretch/>
        </p:blipFill>
        <p:spPr>
          <a:xfrm>
            <a:off x="7642350" y="3609025"/>
            <a:ext cx="2712015" cy="2988176"/>
          </a:xfrm>
          <a:prstGeom prst="rect">
            <a:avLst/>
          </a:prstGeom>
          <a:noFill/>
          <a:ln>
            <a:noFill/>
          </a:ln>
        </p:spPr>
      </p:pic>
      <p:sp>
        <p:nvSpPr>
          <p:cNvPr id="385" name="Google Shape;385;p11"/>
          <p:cNvSpPr txBox="1"/>
          <p:nvPr/>
        </p:nvSpPr>
        <p:spPr>
          <a:xfrm>
            <a:off x="10481957" y="629640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D0D0D"/>
                </a:solidFill>
                <a:highlight>
                  <a:schemeClr val="lt1"/>
                </a:highlight>
                <a:latin typeface="Roboto"/>
                <a:ea typeface="Roboto"/>
                <a:cs typeface="Roboto"/>
                <a:sym typeface="Roboto"/>
              </a:rPr>
              <a:t>    </a:t>
            </a:r>
            <a:r>
              <a:rPr b="0" i="0" lang="es-MX" sz="1800" u="none" cap="none" strike="noStrike">
                <a:solidFill>
                  <a:schemeClr val="dk1"/>
                </a:solidFill>
                <a:highlight>
                  <a:schemeClr val="lt1"/>
                </a:highlight>
                <a:latin typeface="Roboto"/>
                <a:ea typeface="Roboto"/>
                <a:cs typeface="Roboto"/>
                <a:sym typeface="Roboto"/>
              </a:rPr>
              <a:t> </a:t>
            </a:r>
            <a:r>
              <a:rPr b="0" i="0" lang="es-MX" sz="1800" u="none" cap="none" strike="noStrike">
                <a:solidFill>
                  <a:schemeClr val="dk1"/>
                </a:solidFill>
                <a:highlight>
                  <a:schemeClr val="lt1"/>
                </a:highlight>
                <a:uFill>
                  <a:noFill/>
                </a:uFill>
                <a:latin typeface="Roboto"/>
                <a:ea typeface="Roboto"/>
                <a:cs typeface="Roboto"/>
                <a:sym typeface="Roboto"/>
                <a:hlinkClick r:id="rId7">
                  <a:extLst>
                    <a:ext uri="{A12FA001-AC4F-418D-AE19-62706E023703}">
                      <ahyp:hlinkClr val="tx"/>
                    </a:ext>
                  </a:extLst>
                </a:hlinkClick>
              </a:rPr>
              <a:t>Encuesta</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2"/>
          <p:cNvSpPr txBox="1"/>
          <p:nvPr>
            <p:ph type="title"/>
          </p:nvPr>
        </p:nvSpPr>
        <p:spPr>
          <a:xfrm>
            <a:off x="361950" y="6731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Tabulación</a:t>
            </a:r>
            <a:r>
              <a:rPr lang="es-MX" sz="4000">
                <a:solidFill>
                  <a:schemeClr val="lt1"/>
                </a:solidFill>
                <a:latin typeface="Work Sans Medium"/>
                <a:ea typeface="Work Sans Medium"/>
                <a:cs typeface="Work Sans Medium"/>
                <a:sym typeface="Work Sans Medium"/>
              </a:rPr>
              <a:t> Encuesta </a:t>
            </a:r>
            <a:r>
              <a:rPr lang="es-MX" sz="4000">
                <a:solidFill>
                  <a:schemeClr val="lt1"/>
                </a:solidFill>
                <a:latin typeface="Work Sans Medium"/>
                <a:ea typeface="Work Sans Medium"/>
                <a:cs typeface="Work Sans Medium"/>
                <a:sym typeface="Work Sans Medium"/>
              </a:rPr>
              <a:t>Conclusión</a:t>
            </a:r>
            <a:r>
              <a:rPr lang="es-MX" sz="4000">
                <a:solidFill>
                  <a:schemeClr val="lt1"/>
                </a:solidFill>
                <a:latin typeface="Work Sans Medium"/>
                <a:ea typeface="Work Sans Medium"/>
                <a:cs typeface="Work Sans Medium"/>
                <a:sym typeface="Work Sans Medium"/>
              </a:rPr>
              <a:t>.</a:t>
            </a:r>
            <a:endParaRPr sz="4000">
              <a:solidFill>
                <a:schemeClr val="lt1"/>
              </a:solidFill>
              <a:latin typeface="Work Sans Medium"/>
              <a:ea typeface="Work Sans Medium"/>
              <a:cs typeface="Work Sans Medium"/>
              <a:sym typeface="Work Sans Medium"/>
            </a:endParaRPr>
          </a:p>
        </p:txBody>
      </p:sp>
      <p:sp>
        <p:nvSpPr>
          <p:cNvPr id="391" name="Google Shape;391;p12"/>
          <p:cNvSpPr txBox="1"/>
          <p:nvPr/>
        </p:nvSpPr>
        <p:spPr>
          <a:xfrm>
            <a:off x="575300" y="2107580"/>
            <a:ext cx="10615200" cy="4407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800"/>
              <a:buFont typeface="Arial"/>
              <a:buNone/>
            </a:pPr>
            <a:r>
              <a:rPr b="0" i="0" lang="es-MX" sz="1700" u="none" cap="none" strike="noStrike">
                <a:solidFill>
                  <a:srgbClr val="000000"/>
                </a:solidFill>
                <a:latin typeface="Calibri"/>
                <a:ea typeface="Calibri"/>
                <a:cs typeface="Calibri"/>
                <a:sym typeface="Calibri"/>
              </a:rPr>
              <a:t>-</a:t>
            </a:r>
            <a:r>
              <a:rPr lang="es-MX" sz="1700">
                <a:solidFill>
                  <a:srgbClr val="0F1115"/>
                </a:solidFill>
                <a:highlight>
                  <a:srgbClr val="FFFFFF"/>
                </a:highlight>
                <a:latin typeface="Roboto"/>
                <a:ea typeface="Roboto"/>
                <a:cs typeface="Roboto"/>
                <a:sym typeface="Roboto"/>
              </a:rPr>
              <a:t>Los resultados de la encuesta revelan que, si bien cerca del 50% de las funerarias ya utiliza algún tipo de software administrativo, más de la mitad aún opera con métodos tradicionales, lo que evidencia una oportunidad significativa en el mercado.</a:t>
            </a:r>
            <a:endParaRPr sz="17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700">
                <a:solidFill>
                  <a:srgbClr val="0F1115"/>
                </a:solidFill>
                <a:highlight>
                  <a:srgbClr val="FFFFFF"/>
                </a:highlight>
                <a:latin typeface="Roboto"/>
                <a:ea typeface="Roboto"/>
                <a:cs typeface="Roboto"/>
                <a:sym typeface="Roboto"/>
              </a:rPr>
              <a:t>Las necesidades más urgentes se centran en la gestión eficiente de datos, inventarios y cronogramas, así como en la organización de información de clientes y servicios. Además, se identifica una fuerte demanda de sistemas intuitivos que faciliten el acceso rápido a historiales y optimicen los procesos financieros y logísticos.</a:t>
            </a:r>
            <a:endParaRPr sz="17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700">
                <a:solidFill>
                  <a:srgbClr val="0F1115"/>
                </a:solidFill>
                <a:highlight>
                  <a:srgbClr val="FFFFFF"/>
                </a:highlight>
                <a:latin typeface="Roboto"/>
                <a:ea typeface="Roboto"/>
                <a:cs typeface="Roboto"/>
                <a:sym typeface="Roboto"/>
              </a:rPr>
              <a:t>Teniendo en cuenta que la mayoría de las funerarias administran múltiples planes funerarios y requieren un control detallado de sus operaciones, un software integral, modular y adaptable se presenta como la solución ideal.</a:t>
            </a:r>
            <a:endParaRPr sz="1700">
              <a:solidFill>
                <a:srgbClr val="0F1115"/>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s-MX" sz="1700">
                <a:solidFill>
                  <a:srgbClr val="0F1115"/>
                </a:solidFill>
                <a:highlight>
                  <a:srgbClr val="FFFFFF"/>
                </a:highlight>
                <a:latin typeface="Roboto"/>
                <a:ea typeface="Roboto"/>
                <a:cs typeface="Roboto"/>
                <a:sym typeface="Roboto"/>
              </a:rPr>
              <a:t>En conclusión, el desarrollo de una plataforma intuitiva, orientada a automatizar tareas administrativas y mejorar la experiencia del cliente, no </a:t>
            </a:r>
            <a:r>
              <a:rPr lang="es-MX" sz="1700">
                <a:solidFill>
                  <a:srgbClr val="0F1115"/>
                </a:solidFill>
                <a:highlight>
                  <a:srgbClr val="FFFFFF"/>
                </a:highlight>
                <a:latin typeface="Roboto"/>
                <a:ea typeface="Roboto"/>
                <a:cs typeface="Roboto"/>
                <a:sym typeface="Roboto"/>
              </a:rPr>
              <a:t>sólo</a:t>
            </a:r>
            <a:r>
              <a:rPr lang="es-MX" sz="1700">
                <a:solidFill>
                  <a:srgbClr val="0F1115"/>
                </a:solidFill>
                <a:highlight>
                  <a:srgbClr val="FFFFFF"/>
                </a:highlight>
                <a:latin typeface="Roboto"/>
                <a:ea typeface="Roboto"/>
                <a:cs typeface="Roboto"/>
                <a:sym typeface="Roboto"/>
              </a:rPr>
              <a:t> resolvería problemas operativos actuales, sino que también potenciaría la competitividad del sector funerario.</a:t>
            </a:r>
            <a:endParaRPr sz="1700">
              <a:solidFill>
                <a:srgbClr val="0F1115"/>
              </a:solidFill>
              <a:highlight>
                <a:srgbClr val="FFFFFF"/>
              </a:highlight>
              <a:latin typeface="Roboto"/>
              <a:ea typeface="Roboto"/>
              <a:cs typeface="Roboto"/>
              <a:sym typeface="Roboto"/>
            </a:endParaRPr>
          </a:p>
          <a:p>
            <a:pPr indent="0" lvl="0" marL="0" marR="0" rtl="0" algn="just">
              <a:lnSpc>
                <a:spcPct val="100000"/>
              </a:lnSpc>
              <a:spcBef>
                <a:spcPts val="1200"/>
              </a:spcBef>
              <a:spcAft>
                <a:spcPts val="0"/>
              </a:spcAft>
              <a:buClr>
                <a:srgbClr val="000000"/>
              </a:buClr>
              <a:buSzPts val="1800"/>
              <a:buFont typeface="Arial"/>
              <a:buNone/>
            </a:pPr>
            <a:r>
              <a:t/>
            </a:r>
            <a:endParaRPr sz="18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12"/>
          <p:cNvSpPr txBox="1"/>
          <p:nvPr/>
        </p:nvSpPr>
        <p:spPr>
          <a:xfrm>
            <a:off x="10525500" y="6461250"/>
            <a:ext cx="30000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D0D0D"/>
                </a:solidFill>
                <a:highlight>
                  <a:schemeClr val="lt1"/>
                </a:highlight>
                <a:latin typeface="Roboto"/>
                <a:ea typeface="Roboto"/>
                <a:cs typeface="Roboto"/>
                <a:sym typeface="Roboto"/>
              </a:rPr>
              <a:t>    </a:t>
            </a:r>
            <a:r>
              <a:rPr b="0" i="0" lang="es-MX" sz="1800" u="none" cap="none" strike="noStrike">
                <a:solidFill>
                  <a:schemeClr val="dk1"/>
                </a:solidFill>
                <a:highlight>
                  <a:schemeClr val="lt1"/>
                </a:highlight>
                <a:latin typeface="Roboto"/>
                <a:ea typeface="Roboto"/>
                <a:cs typeface="Roboto"/>
                <a:sym typeface="Roboto"/>
              </a:rPr>
              <a:t> </a:t>
            </a:r>
            <a:r>
              <a:rPr b="0" i="0" lang="es-MX" sz="1800" u="none" cap="none" strike="noStrike">
                <a:solidFill>
                  <a:schemeClr val="dk1"/>
                </a:solidFill>
                <a:highlight>
                  <a:schemeClr val="lt1"/>
                </a:highlight>
                <a:uFill>
                  <a:noFill/>
                </a:uFill>
                <a:latin typeface="Roboto"/>
                <a:ea typeface="Roboto"/>
                <a:cs typeface="Roboto"/>
                <a:sym typeface="Roboto"/>
                <a:hlinkClick r:id="rId3">
                  <a:extLst>
                    <a:ext uri="{A12FA001-AC4F-418D-AE19-62706E023703}">
                      <ahyp:hlinkClr val="tx"/>
                    </a:ext>
                  </a:extLst>
                </a:hlinkClick>
              </a:rPr>
              <a:t>Tabulación</a:t>
            </a:r>
            <a:r>
              <a:rPr b="0" i="0" lang="es-MX" sz="800" u="none" cap="none" strike="noStrike">
                <a:solidFill>
                  <a:schemeClr val="dk1"/>
                </a:solidFill>
                <a:latin typeface="Arial"/>
                <a:ea typeface="Arial"/>
                <a:cs typeface="Arial"/>
                <a:sym typeface="Arial"/>
              </a:rPr>
              <a:t> </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Requerimientos  </a:t>
            </a:r>
            <a:endParaRPr sz="4000">
              <a:solidFill>
                <a:schemeClr val="lt1"/>
              </a:solidFill>
              <a:latin typeface="Work Sans Medium"/>
              <a:ea typeface="Work Sans Medium"/>
              <a:cs typeface="Work Sans Medium"/>
              <a:sym typeface="Work Sans Medium"/>
            </a:endParaRPr>
          </a:p>
        </p:txBody>
      </p:sp>
      <p:sp>
        <p:nvSpPr>
          <p:cNvPr id="398" name="Google Shape;398;p13"/>
          <p:cNvSpPr txBox="1"/>
          <p:nvPr/>
        </p:nvSpPr>
        <p:spPr>
          <a:xfrm>
            <a:off x="10857250" y="6457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ver </a:t>
            </a:r>
            <a:r>
              <a:rPr b="0" i="0" lang="es-MX" sz="14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documento</a:t>
            </a:r>
            <a:endParaRPr b="0" i="0" sz="1400" u="none" cap="none" strike="noStrike">
              <a:solidFill>
                <a:schemeClr val="dk1"/>
              </a:solidFill>
              <a:latin typeface="Calibri"/>
              <a:ea typeface="Calibri"/>
              <a:cs typeface="Calibri"/>
              <a:sym typeface="Calibri"/>
            </a:endParaRPr>
          </a:p>
        </p:txBody>
      </p:sp>
      <p:sp>
        <p:nvSpPr>
          <p:cNvPr id="399" name="Google Shape;399;p1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3"/>
          <p:cNvSpPr txBox="1"/>
          <p:nvPr/>
        </p:nvSpPr>
        <p:spPr>
          <a:xfrm>
            <a:off x="443400" y="1753925"/>
            <a:ext cx="46017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dk1"/>
                </a:solidFill>
                <a:latin typeface="Calibri"/>
                <a:ea typeface="Calibri"/>
                <a:cs typeface="Calibri"/>
                <a:sym typeface="Calibri"/>
              </a:rPr>
              <a:t>Requerimientos funcionales</a:t>
            </a:r>
            <a:endParaRPr b="0" i="0" sz="2800" u="none" cap="none" strike="noStrike">
              <a:solidFill>
                <a:schemeClr val="dk1"/>
              </a:solidFill>
              <a:latin typeface="Calibri"/>
              <a:ea typeface="Calibri"/>
              <a:cs typeface="Calibri"/>
              <a:sym typeface="Calibri"/>
            </a:endParaRPr>
          </a:p>
        </p:txBody>
      </p:sp>
      <p:sp>
        <p:nvSpPr>
          <p:cNvPr id="401" name="Google Shape;401;p13"/>
          <p:cNvSpPr txBox="1"/>
          <p:nvPr/>
        </p:nvSpPr>
        <p:spPr>
          <a:xfrm>
            <a:off x="6429050" y="1753925"/>
            <a:ext cx="58779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dk1"/>
                </a:solidFill>
                <a:latin typeface="Calibri"/>
                <a:ea typeface="Calibri"/>
                <a:cs typeface="Calibri"/>
                <a:sym typeface="Calibri"/>
              </a:rPr>
              <a:t>Requerimientos no funcionales</a:t>
            </a:r>
            <a:endParaRPr b="0" i="0" sz="2800" u="none" cap="none" strike="noStrike">
              <a:solidFill>
                <a:schemeClr val="dk1"/>
              </a:solidFill>
              <a:latin typeface="Calibri"/>
              <a:ea typeface="Calibri"/>
              <a:cs typeface="Calibri"/>
              <a:sym typeface="Calibri"/>
            </a:endParaRPr>
          </a:p>
        </p:txBody>
      </p:sp>
      <p:graphicFrame>
        <p:nvGraphicFramePr>
          <p:cNvPr id="402" name="Google Shape;402;p13"/>
          <p:cNvGraphicFramePr/>
          <p:nvPr/>
        </p:nvGraphicFramePr>
        <p:xfrm>
          <a:off x="563404" y="2331371"/>
          <a:ext cx="3000000" cy="3000000"/>
        </p:xfrm>
        <a:graphic>
          <a:graphicData uri="http://schemas.openxmlformats.org/drawingml/2006/table">
            <a:tbl>
              <a:tblPr>
                <a:noFill/>
                <a:tableStyleId>{DF26F377-C8DF-4FEC-9051-80873FABB916}</a:tableStyleId>
              </a:tblPr>
              <a:tblGrid>
                <a:gridCol w="1298625"/>
                <a:gridCol w="3075725"/>
              </a:tblGrid>
              <a:tr h="443600">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Identificación del requerimiento:</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RF09.</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6875">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Nombre del requerimiento: </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Gestión de cronograma.</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3600">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Características:</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Permite crear cronogramas para los horarios de uso de las salas, empleados, y servicios ofrecidos.</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816700">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Descripción del requerimiento:</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br>
                        <a:rPr lang="es-MX" sz="1000" u="none" cap="none" strike="noStrike"/>
                      </a:br>
                      <a:r>
                        <a:rPr b="0" i="0" lang="es-MX" sz="900" u="none" cap="none" strike="noStrike">
                          <a:solidFill>
                            <a:srgbClr val="000000"/>
                          </a:solidFill>
                          <a:latin typeface="Arial"/>
                          <a:ea typeface="Arial"/>
                          <a:cs typeface="Arial"/>
                          <a:sym typeface="Arial"/>
                        </a:rPr>
                        <a:t>el sistema permitirá:</a:t>
                      </a:r>
                      <a:endParaRPr sz="1000" u="none" cap="none" strike="noStrike"/>
                    </a:p>
                    <a:p>
                      <a:pPr indent="0" lvl="0" marL="0" marR="0" rtl="0" algn="l">
                        <a:lnSpc>
                          <a:spcPct val="100000"/>
                        </a:lnSpc>
                        <a:spcBef>
                          <a:spcPts val="0"/>
                        </a:spcBef>
                        <a:spcAft>
                          <a:spcPts val="0"/>
                        </a:spcAft>
                        <a:buClr>
                          <a:srgbClr val="000000"/>
                        </a:buClr>
                        <a:buSzPts val="1000"/>
                        <a:buFont typeface="Arial"/>
                        <a:buNone/>
                      </a:pPr>
                      <a:br>
                        <a:rPr lang="es-MX" sz="1000" u="none" cap="none" strike="noStrike"/>
                      </a:br>
                      <a:r>
                        <a:rPr b="0" i="0" lang="es-MX" sz="900" u="none" cap="none" strike="noStrike">
                          <a:solidFill>
                            <a:srgbClr val="000000"/>
                          </a:solidFill>
                          <a:latin typeface="Arial"/>
                          <a:ea typeface="Arial"/>
                          <a:cs typeface="Arial"/>
                          <a:sym typeface="Arial"/>
                        </a:rPr>
                        <a:t>-admin: crear, modificar,consultar,eliminar, deshabilitar.</a:t>
                      </a:r>
                      <a:endParaRPr sz="1000" u="none" cap="none" strike="noStrike"/>
                    </a:p>
                    <a:p>
                      <a:pPr indent="0" lvl="0" marL="0" marR="0" rtl="0" algn="l">
                        <a:lnSpc>
                          <a:spcPct val="100000"/>
                        </a:lnSpc>
                        <a:spcBef>
                          <a:spcPts val="0"/>
                        </a:spcBef>
                        <a:spcAft>
                          <a:spcPts val="0"/>
                        </a:spcAft>
                        <a:buClr>
                          <a:srgbClr val="000000"/>
                        </a:buClr>
                        <a:buSzPts val="1000"/>
                        <a:buFont typeface="Arial"/>
                        <a:buNone/>
                      </a:pPr>
                      <a:br>
                        <a:rPr lang="es-MX" sz="1000" u="none" cap="none" strike="noStrike"/>
                      </a:br>
                      <a:r>
                        <a:rPr b="0" i="0" lang="es-MX" sz="900" u="none" cap="none" strike="noStrike">
                          <a:solidFill>
                            <a:srgbClr val="000000"/>
                          </a:solidFill>
                          <a:latin typeface="Arial"/>
                          <a:ea typeface="Arial"/>
                          <a:cs typeface="Arial"/>
                          <a:sym typeface="Arial"/>
                        </a:rPr>
                        <a:t>-administrador: modificar y consultar.</a:t>
                      </a:r>
                      <a:endParaRPr sz="1000" u="none" cap="none" strike="noStrike"/>
                    </a:p>
                    <a:p>
                      <a:pPr indent="0" lvl="0" marL="0" marR="0" rtl="0" algn="l">
                        <a:lnSpc>
                          <a:spcPct val="100000"/>
                        </a:lnSpc>
                        <a:spcBef>
                          <a:spcPts val="0"/>
                        </a:spcBef>
                        <a:spcAft>
                          <a:spcPts val="0"/>
                        </a:spcAft>
                        <a:buClr>
                          <a:srgbClr val="000000"/>
                        </a:buClr>
                        <a:buSzPts val="1000"/>
                        <a:buFont typeface="Arial"/>
                        <a:buNone/>
                      </a:pPr>
                      <a:br>
                        <a:rPr lang="es-MX" sz="1000" u="none" cap="none" strike="noStrike"/>
                      </a:br>
                      <a:r>
                        <a:rPr b="0" i="0" lang="es-MX" sz="900" u="none" cap="none" strike="noStrike">
                          <a:solidFill>
                            <a:srgbClr val="000000"/>
                          </a:solidFill>
                          <a:latin typeface="Arial"/>
                          <a:ea typeface="Arial"/>
                          <a:cs typeface="Arial"/>
                          <a:sym typeface="Arial"/>
                        </a:rPr>
                        <a:t>-asesor: consulta y modifica.</a:t>
                      </a:r>
                      <a:endParaRPr sz="1000" u="none" cap="none" strike="noStrike"/>
                    </a:p>
                    <a:p>
                      <a:pPr indent="0" lvl="0" marL="0" marR="0" rtl="0" algn="l">
                        <a:lnSpc>
                          <a:spcPct val="100000"/>
                        </a:lnSpc>
                        <a:spcBef>
                          <a:spcPts val="0"/>
                        </a:spcBef>
                        <a:spcAft>
                          <a:spcPts val="0"/>
                        </a:spcAft>
                        <a:buClr>
                          <a:srgbClr val="000000"/>
                        </a:buClr>
                        <a:buSzPts val="1000"/>
                        <a:buFont typeface="Arial"/>
                        <a:buNone/>
                      </a:pPr>
                      <a:br>
                        <a:rPr lang="es-MX" sz="1000" u="none" cap="none" strike="noStrike"/>
                      </a:br>
                      <a:r>
                        <a:rPr b="0" i="0" lang="es-MX" sz="900" u="none" cap="none" strike="noStrike">
                          <a:solidFill>
                            <a:srgbClr val="000000"/>
                          </a:solidFill>
                          <a:latin typeface="Arial"/>
                          <a:ea typeface="Arial"/>
                          <a:cs typeface="Arial"/>
                          <a:sym typeface="Arial"/>
                        </a:rPr>
                        <a:t>-cliente: consulta.</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85650">
                <a:tc>
                  <a:txBody>
                    <a:bodyPr/>
                    <a:lstStyle/>
                    <a:p>
                      <a:pPr indent="0" lvl="0" marL="0" marR="0" rtl="0" algn="l">
                        <a:lnSpc>
                          <a:spcPct val="100000"/>
                        </a:lnSpc>
                        <a:spcBef>
                          <a:spcPts val="0"/>
                        </a:spcBef>
                        <a:spcAft>
                          <a:spcPts val="0"/>
                        </a:spcAft>
                        <a:buClr>
                          <a:srgbClr val="000000"/>
                        </a:buClr>
                        <a:buSzPts val="900"/>
                        <a:buFont typeface="Arial"/>
                        <a:buNone/>
                      </a:pPr>
                      <a:r>
                        <a:rPr b="1" i="0" lang="es-MX" sz="900" u="none" cap="none" strike="noStrike">
                          <a:solidFill>
                            <a:srgbClr val="000000"/>
                          </a:solidFill>
                          <a:latin typeface="Arial"/>
                          <a:ea typeface="Arial"/>
                          <a:cs typeface="Arial"/>
                          <a:sym typeface="Arial"/>
                        </a:rPr>
                        <a:t>Requerimientos NO funcionales:</a:t>
                      </a:r>
                      <a:endParaRPr sz="1000" u="none" cap="none" strike="noStrike"/>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01</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02</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03</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04</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05</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06</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08</a:t>
                      </a:r>
                      <a:endParaRPr/>
                    </a:p>
                    <a:p>
                      <a:pPr indent="-57150" lvl="0" marL="0" marR="0" rtl="0" algn="l">
                        <a:lnSpc>
                          <a:spcPct val="100000"/>
                        </a:lnSpc>
                        <a:spcBef>
                          <a:spcPts val="0"/>
                        </a:spcBef>
                        <a:spcAft>
                          <a:spcPts val="0"/>
                        </a:spcAft>
                        <a:buClr>
                          <a:srgbClr val="000000"/>
                        </a:buClr>
                        <a:buSzPts val="900"/>
                        <a:buFont typeface="Arial"/>
                        <a:buChar char="•"/>
                      </a:pPr>
                      <a:r>
                        <a:rPr b="0" i="0" lang="es-MX" sz="900" u="none" cap="none" strike="noStrike">
                          <a:solidFill>
                            <a:srgbClr val="000000"/>
                          </a:solidFill>
                          <a:latin typeface="Arial"/>
                          <a:ea typeface="Arial"/>
                          <a:cs typeface="Arial"/>
                          <a:sym typeface="Arial"/>
                        </a:rPr>
                        <a:t>RNF 09</a:t>
                      </a:r>
                      <a:endParaRPr/>
                    </a:p>
                  </a:txBody>
                  <a:tcPr marT="33050" marB="33050" marR="32125" marL="321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403" name="Google Shape;403;p13"/>
          <p:cNvGraphicFramePr/>
          <p:nvPr/>
        </p:nvGraphicFramePr>
        <p:xfrm>
          <a:off x="6518456" y="2331371"/>
          <a:ext cx="3000000" cy="3000000"/>
        </p:xfrm>
        <a:graphic>
          <a:graphicData uri="http://schemas.openxmlformats.org/drawingml/2006/table">
            <a:tbl>
              <a:tblPr>
                <a:noFill/>
                <a:tableStyleId>{DF26F377-C8DF-4FEC-9051-80873FABB916}</a:tableStyleId>
              </a:tblPr>
              <a:tblGrid>
                <a:gridCol w="1215850"/>
                <a:gridCol w="3361050"/>
              </a:tblGrid>
              <a:tr h="83442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Arial"/>
                          <a:ea typeface="Arial"/>
                          <a:cs typeface="Arial"/>
                          <a:sym typeface="Arial"/>
                        </a:rPr>
                        <a:t>Identificación del requerimiento:</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Arial"/>
                          <a:ea typeface="Arial"/>
                          <a:cs typeface="Arial"/>
                          <a:sym typeface="Arial"/>
                        </a:rPr>
                        <a:t>RNF 02</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3442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Arial"/>
                          <a:ea typeface="Arial"/>
                          <a:cs typeface="Arial"/>
                          <a:sym typeface="Arial"/>
                        </a:rPr>
                        <a:t>Nombre del requerimiento: </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Arial"/>
                          <a:ea typeface="Arial"/>
                          <a:cs typeface="Arial"/>
                          <a:sym typeface="Arial"/>
                        </a:rPr>
                        <a:t>Seguridad</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3442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Arial"/>
                          <a:ea typeface="Arial"/>
                          <a:cs typeface="Arial"/>
                          <a:sym typeface="Arial"/>
                        </a:rPr>
                        <a:t>Características:</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Arial"/>
                          <a:ea typeface="Arial"/>
                          <a:cs typeface="Arial"/>
                          <a:sym typeface="Arial"/>
                        </a:rPr>
                        <a:t>Garantizar la seguridad del sistema con respecto a la información y datos que se manejan como usuarios y contraseñas.</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3442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Arial"/>
                          <a:ea typeface="Arial"/>
                          <a:cs typeface="Arial"/>
                          <a:sym typeface="Arial"/>
                        </a:rPr>
                        <a:t>Descripción del requerimiento:</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Arial"/>
                          <a:ea typeface="Arial"/>
                          <a:cs typeface="Arial"/>
                          <a:sym typeface="Arial"/>
                        </a:rPr>
                        <a:t>Se aplica tanto para el administrador, asistente y usuarios.</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834425">
                <a:tc>
                  <a:txBody>
                    <a:bodyPr/>
                    <a:lstStyle/>
                    <a:p>
                      <a:pPr indent="0" lvl="0" marL="0" marR="0" rtl="0" algn="l">
                        <a:lnSpc>
                          <a:spcPct val="100000"/>
                        </a:lnSpc>
                        <a:spcBef>
                          <a:spcPts val="0"/>
                        </a:spcBef>
                        <a:spcAft>
                          <a:spcPts val="0"/>
                        </a:spcAft>
                        <a:buClr>
                          <a:srgbClr val="000000"/>
                        </a:buClr>
                        <a:buSzPts val="1200"/>
                        <a:buFont typeface="Arial"/>
                        <a:buNone/>
                      </a:pPr>
                      <a:r>
                        <a:rPr b="1" i="0" lang="es-MX" sz="1200" u="none" cap="none" strike="noStrike">
                          <a:solidFill>
                            <a:srgbClr val="000000"/>
                          </a:solidFill>
                          <a:latin typeface="Arial"/>
                          <a:ea typeface="Arial"/>
                          <a:cs typeface="Arial"/>
                          <a:sym typeface="Arial"/>
                        </a:rPr>
                        <a:t>Prioridad del requerimiento: </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s-MX" sz="1200" u="none" cap="none" strike="noStrike">
                          <a:solidFill>
                            <a:srgbClr val="000000"/>
                          </a:solidFill>
                          <a:latin typeface="Arial"/>
                          <a:ea typeface="Arial"/>
                          <a:cs typeface="Arial"/>
                          <a:sym typeface="Arial"/>
                        </a:rPr>
                        <a:t>Alta</a:t>
                      </a:r>
                      <a:endParaRPr sz="1400" u="none" cap="none" strike="noStrike"/>
                    </a:p>
                  </a:txBody>
                  <a:tcPr marT="45725" marB="45725" marR="44450" marL="444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404" name="Google Shape;404;p13"/>
          <p:cNvSpPr/>
          <p:nvPr/>
        </p:nvSpPr>
        <p:spPr>
          <a:xfrm>
            <a:off x="6518456" y="2261289"/>
            <a:ext cx="1239092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1"/>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Casos De Uso  </a:t>
            </a:r>
            <a:endParaRPr sz="4000">
              <a:solidFill>
                <a:schemeClr val="lt1"/>
              </a:solidFill>
              <a:latin typeface="Work Sans Medium"/>
              <a:ea typeface="Work Sans Medium"/>
              <a:cs typeface="Work Sans Medium"/>
              <a:sym typeface="Work Sans Medium"/>
            </a:endParaRPr>
          </a:p>
        </p:txBody>
      </p:sp>
      <p:sp>
        <p:nvSpPr>
          <p:cNvPr id="410" name="Google Shape;410;p31"/>
          <p:cNvSpPr txBox="1"/>
          <p:nvPr/>
        </p:nvSpPr>
        <p:spPr>
          <a:xfrm>
            <a:off x="10857250" y="6457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ver </a:t>
            </a:r>
            <a:r>
              <a:rPr b="0" i="0" lang="es-MX" sz="14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documento</a:t>
            </a:r>
            <a:endParaRPr b="0" i="0" sz="1400" u="none" cap="none" strike="noStrike">
              <a:solidFill>
                <a:schemeClr val="dk1"/>
              </a:solidFill>
              <a:latin typeface="Calibri"/>
              <a:ea typeface="Calibri"/>
              <a:cs typeface="Calibri"/>
              <a:sym typeface="Calibri"/>
            </a:endParaRPr>
          </a:p>
        </p:txBody>
      </p:sp>
      <p:sp>
        <p:nvSpPr>
          <p:cNvPr id="411" name="Google Shape;411;p3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1"/>
          <p:cNvSpPr/>
          <p:nvPr/>
        </p:nvSpPr>
        <p:spPr>
          <a:xfrm>
            <a:off x="6518456" y="2261289"/>
            <a:ext cx="1239092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descr="Diagrama, Esquemático&#10;&#10;El contenido generado por IA puede ser incorrecto." id="413" name="Google Shape;413;p31"/>
          <p:cNvPicPr preferRelativeResize="0"/>
          <p:nvPr/>
        </p:nvPicPr>
        <p:blipFill rotWithShape="1">
          <a:blip r:embed="rId4">
            <a:alphaModFix/>
          </a:blip>
          <a:srcRect b="0" l="0" r="0" t="0"/>
          <a:stretch/>
        </p:blipFill>
        <p:spPr>
          <a:xfrm>
            <a:off x="456216" y="1498200"/>
            <a:ext cx="11095704" cy="5029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2"/>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Casos De Uso Extendidos  </a:t>
            </a:r>
            <a:endParaRPr sz="4000">
              <a:solidFill>
                <a:schemeClr val="lt1"/>
              </a:solidFill>
              <a:latin typeface="Work Sans Medium"/>
              <a:ea typeface="Work Sans Medium"/>
              <a:cs typeface="Work Sans Medium"/>
              <a:sym typeface="Work Sans Medium"/>
            </a:endParaRPr>
          </a:p>
        </p:txBody>
      </p:sp>
      <p:sp>
        <p:nvSpPr>
          <p:cNvPr id="419" name="Google Shape;419;p32"/>
          <p:cNvSpPr txBox="1"/>
          <p:nvPr/>
        </p:nvSpPr>
        <p:spPr>
          <a:xfrm>
            <a:off x="10857250" y="6457800"/>
            <a:ext cx="225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MX" sz="1400" u="none" cap="none" strike="noStrike">
                <a:solidFill>
                  <a:schemeClr val="dk1"/>
                </a:solidFill>
                <a:latin typeface="Calibri"/>
                <a:ea typeface="Calibri"/>
                <a:cs typeface="Calibri"/>
                <a:sym typeface="Calibri"/>
              </a:rPr>
              <a:t>ver </a:t>
            </a:r>
            <a:r>
              <a:rPr b="0" i="0" lang="es-MX" sz="1400" u="none" cap="none" strike="noStrike">
                <a:solidFill>
                  <a:schemeClr val="dk1"/>
                </a:solidFill>
                <a:uFill>
                  <a:noFill/>
                </a:uFill>
                <a:latin typeface="Calibri"/>
                <a:ea typeface="Calibri"/>
                <a:cs typeface="Calibri"/>
                <a:sym typeface="Calibri"/>
                <a:hlinkClick r:id="rId3">
                  <a:extLst>
                    <a:ext uri="{A12FA001-AC4F-418D-AE19-62706E023703}">
                      <ahyp:hlinkClr val="tx"/>
                    </a:ext>
                  </a:extLst>
                </a:hlinkClick>
              </a:rPr>
              <a:t>documento</a:t>
            </a:r>
            <a:endParaRPr b="0" i="0" sz="1400" u="none" cap="none" strike="noStrike">
              <a:solidFill>
                <a:schemeClr val="dk1"/>
              </a:solidFill>
              <a:latin typeface="Calibri"/>
              <a:ea typeface="Calibri"/>
              <a:cs typeface="Calibri"/>
              <a:sym typeface="Calibri"/>
            </a:endParaRPr>
          </a:p>
        </p:txBody>
      </p:sp>
      <p:sp>
        <p:nvSpPr>
          <p:cNvPr id="420" name="Google Shape;420;p3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2"/>
          <p:cNvSpPr/>
          <p:nvPr/>
        </p:nvSpPr>
        <p:spPr>
          <a:xfrm>
            <a:off x="6518456" y="2261289"/>
            <a:ext cx="1239092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s-MX"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422" name="Google Shape;422;p32"/>
          <p:cNvPicPr preferRelativeResize="0"/>
          <p:nvPr/>
        </p:nvPicPr>
        <p:blipFill rotWithShape="1">
          <a:blip r:embed="rId4">
            <a:alphaModFix/>
          </a:blip>
          <a:srcRect b="0" l="0" r="0" t="0"/>
          <a:stretch/>
        </p:blipFill>
        <p:spPr>
          <a:xfrm>
            <a:off x="101326" y="1498200"/>
            <a:ext cx="5649234" cy="4548488"/>
          </a:xfrm>
          <a:prstGeom prst="rect">
            <a:avLst/>
          </a:prstGeom>
          <a:noFill/>
          <a:ln>
            <a:noFill/>
          </a:ln>
        </p:spPr>
      </p:pic>
      <p:pic>
        <p:nvPicPr>
          <p:cNvPr id="423" name="Google Shape;423;p32"/>
          <p:cNvPicPr preferRelativeResize="0"/>
          <p:nvPr/>
        </p:nvPicPr>
        <p:blipFill rotWithShape="1">
          <a:blip r:embed="rId5">
            <a:alphaModFix/>
          </a:blip>
          <a:srcRect b="0" l="0" r="0" t="0"/>
          <a:stretch/>
        </p:blipFill>
        <p:spPr>
          <a:xfrm>
            <a:off x="5898837" y="1519146"/>
            <a:ext cx="5649235" cy="456923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4"/>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Mockup  </a:t>
            </a:r>
            <a:endParaRPr sz="4000">
              <a:solidFill>
                <a:schemeClr val="lt1"/>
              </a:solidFill>
              <a:latin typeface="Work Sans Medium"/>
              <a:ea typeface="Work Sans Medium"/>
              <a:cs typeface="Work Sans Medium"/>
              <a:sym typeface="Work Sans Medium"/>
            </a:endParaRPr>
          </a:p>
        </p:txBody>
      </p:sp>
      <p:sp>
        <p:nvSpPr>
          <p:cNvPr id="429" name="Google Shape;429;p14"/>
          <p:cNvSpPr txBox="1"/>
          <p:nvPr/>
        </p:nvSpPr>
        <p:spPr>
          <a:xfrm>
            <a:off x="9114063" y="1473450"/>
            <a:ext cx="2387700" cy="5322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s-MX" sz="2200" u="sng" cap="none" strike="noStrike">
                <a:solidFill>
                  <a:srgbClr val="002060"/>
                </a:solidFill>
                <a:latin typeface="Calibri"/>
                <a:ea typeface="Calibri"/>
                <a:cs typeface="Calibri"/>
                <a:sym typeface="Calibri"/>
                <a:hlinkClick r:id="rId3">
                  <a:extLst>
                    <a:ext uri="{A12FA001-AC4F-418D-AE19-62706E023703}">
                      <ahyp:hlinkClr val="tx"/>
                    </a:ext>
                  </a:extLst>
                </a:hlinkClick>
              </a:rPr>
              <a:t>admin</a:t>
            </a:r>
            <a:endParaRPr b="0" i="0" sz="2200" u="sng" cap="none" strike="noStrike">
              <a:solidFill>
                <a:srgbClr val="002060"/>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s-MX" sz="2200" u="sng" cap="none" strike="noStrike">
                <a:solidFill>
                  <a:srgbClr val="002060"/>
                </a:solidFill>
                <a:latin typeface="Calibri"/>
                <a:ea typeface="Calibri"/>
                <a:cs typeface="Calibri"/>
                <a:sym typeface="Calibri"/>
              </a:rPr>
              <a:t>administrador</a:t>
            </a:r>
            <a:endParaRPr b="0" i="0" sz="2200" u="sng" cap="none" strike="noStrike">
              <a:solidFill>
                <a:srgbClr val="002060"/>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s-MX" sz="2200" u="sng" cap="none" strike="noStrike">
                <a:solidFill>
                  <a:srgbClr val="002060"/>
                </a:solidFill>
                <a:latin typeface="Calibri"/>
                <a:ea typeface="Calibri"/>
                <a:cs typeface="Calibri"/>
                <a:sym typeface="Calibri"/>
              </a:rPr>
              <a:t>acesor</a:t>
            </a:r>
            <a:endParaRPr b="0" i="0" sz="2200" u="sng" cap="none" strike="noStrike">
              <a:solidFill>
                <a:srgbClr val="002060"/>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s-MX" sz="2200" u="sng" cap="none" strike="noStrike">
                <a:solidFill>
                  <a:srgbClr val="002060"/>
                </a:solidFill>
                <a:latin typeface="Calibri"/>
                <a:ea typeface="Calibri"/>
                <a:cs typeface="Calibri"/>
                <a:sym typeface="Calibri"/>
              </a:rPr>
              <a:t>clientes</a:t>
            </a:r>
            <a:endParaRPr b="0" i="0" sz="2200" u="sng" cap="none" strike="noStrike">
              <a:solidFill>
                <a:srgbClr val="002060"/>
              </a:solidFill>
              <a:latin typeface="Calibri"/>
              <a:ea typeface="Calibri"/>
              <a:cs typeface="Calibri"/>
              <a:sym typeface="Calibri"/>
            </a:endParaRPr>
          </a:p>
        </p:txBody>
      </p:sp>
      <p:pic>
        <p:nvPicPr>
          <p:cNvPr id="430" name="Google Shape;430;p14"/>
          <p:cNvPicPr preferRelativeResize="0"/>
          <p:nvPr/>
        </p:nvPicPr>
        <p:blipFill rotWithShape="1">
          <a:blip r:embed="rId4">
            <a:alphaModFix/>
          </a:blip>
          <a:srcRect b="0" l="0" r="0" t="0"/>
          <a:stretch/>
        </p:blipFill>
        <p:spPr>
          <a:xfrm>
            <a:off x="-58420" y="1449070"/>
            <a:ext cx="2767965" cy="2251075"/>
          </a:xfrm>
          <a:prstGeom prst="rect">
            <a:avLst/>
          </a:prstGeom>
          <a:noFill/>
          <a:ln>
            <a:noFill/>
          </a:ln>
        </p:spPr>
      </p:pic>
      <p:pic>
        <p:nvPicPr>
          <p:cNvPr id="431" name="Google Shape;431;p14"/>
          <p:cNvPicPr preferRelativeResize="0"/>
          <p:nvPr/>
        </p:nvPicPr>
        <p:blipFill rotWithShape="1">
          <a:blip r:embed="rId5">
            <a:alphaModFix/>
          </a:blip>
          <a:srcRect b="36416" l="7520" r="41983" t="10934"/>
          <a:stretch/>
        </p:blipFill>
        <p:spPr>
          <a:xfrm>
            <a:off x="5588635" y="1473200"/>
            <a:ext cx="3218180" cy="2263140"/>
          </a:xfrm>
          <a:prstGeom prst="rect">
            <a:avLst/>
          </a:prstGeom>
          <a:noFill/>
          <a:ln>
            <a:noFill/>
          </a:ln>
        </p:spPr>
      </p:pic>
      <p:pic>
        <p:nvPicPr>
          <p:cNvPr id="432" name="Google Shape;432;p14"/>
          <p:cNvPicPr preferRelativeResize="0"/>
          <p:nvPr/>
        </p:nvPicPr>
        <p:blipFill rotWithShape="1">
          <a:blip r:embed="rId6">
            <a:alphaModFix/>
          </a:blip>
          <a:srcRect b="38620" l="10360" r="42860" t="12110"/>
          <a:stretch/>
        </p:blipFill>
        <p:spPr>
          <a:xfrm>
            <a:off x="-59055" y="3700145"/>
            <a:ext cx="2904490" cy="3157220"/>
          </a:xfrm>
          <a:prstGeom prst="rect">
            <a:avLst/>
          </a:prstGeom>
          <a:noFill/>
          <a:ln>
            <a:noFill/>
          </a:ln>
        </p:spPr>
      </p:pic>
      <p:pic>
        <p:nvPicPr>
          <p:cNvPr id="433" name="Google Shape;433;p14"/>
          <p:cNvPicPr preferRelativeResize="0"/>
          <p:nvPr/>
        </p:nvPicPr>
        <p:blipFill rotWithShape="1">
          <a:blip r:embed="rId7">
            <a:alphaModFix/>
          </a:blip>
          <a:srcRect b="38597" l="9646" r="42734" t="12805"/>
          <a:stretch/>
        </p:blipFill>
        <p:spPr>
          <a:xfrm>
            <a:off x="2785745" y="3816350"/>
            <a:ext cx="2802890" cy="2911475"/>
          </a:xfrm>
          <a:prstGeom prst="rect">
            <a:avLst/>
          </a:prstGeom>
          <a:noFill/>
          <a:ln>
            <a:noFill/>
          </a:ln>
        </p:spPr>
      </p:pic>
      <p:pic>
        <p:nvPicPr>
          <p:cNvPr id="434" name="Google Shape;434;p14"/>
          <p:cNvPicPr preferRelativeResize="0"/>
          <p:nvPr/>
        </p:nvPicPr>
        <p:blipFill rotWithShape="1">
          <a:blip r:embed="rId8">
            <a:alphaModFix/>
          </a:blip>
          <a:srcRect b="36318" l="10265" r="37524" t="13512"/>
          <a:stretch/>
        </p:blipFill>
        <p:spPr>
          <a:xfrm>
            <a:off x="5588635" y="3816350"/>
            <a:ext cx="3038475" cy="2912110"/>
          </a:xfrm>
          <a:prstGeom prst="rect">
            <a:avLst/>
          </a:prstGeom>
          <a:noFill/>
          <a:ln>
            <a:noFill/>
          </a:ln>
        </p:spPr>
      </p:pic>
      <p:pic>
        <p:nvPicPr>
          <p:cNvPr id="435" name="Google Shape;435;p14"/>
          <p:cNvPicPr preferRelativeResize="0"/>
          <p:nvPr/>
        </p:nvPicPr>
        <p:blipFill rotWithShape="1">
          <a:blip r:embed="rId9">
            <a:alphaModFix/>
          </a:blip>
          <a:srcRect b="37722" l="10145" r="45341" t="14209"/>
          <a:stretch/>
        </p:blipFill>
        <p:spPr>
          <a:xfrm>
            <a:off x="2709545" y="1473200"/>
            <a:ext cx="2879090" cy="2343150"/>
          </a:xfrm>
          <a:prstGeom prst="rect">
            <a:avLst/>
          </a:prstGeom>
          <a:noFill/>
          <a:ln>
            <a:noFill/>
          </a:ln>
        </p:spPr>
      </p:pic>
      <p:pic>
        <p:nvPicPr>
          <p:cNvPr id="436" name="Google Shape;436;p14"/>
          <p:cNvPicPr preferRelativeResize="0"/>
          <p:nvPr/>
        </p:nvPicPr>
        <p:blipFill rotWithShape="1">
          <a:blip r:embed="rId10">
            <a:alphaModFix/>
          </a:blip>
          <a:srcRect b="34241" l="11446" r="41408" t="17373"/>
          <a:stretch/>
        </p:blipFill>
        <p:spPr>
          <a:xfrm>
            <a:off x="8627110" y="3816350"/>
            <a:ext cx="3276600" cy="29114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Mockup</a:t>
            </a:r>
            <a:endParaRPr/>
          </a:p>
        </p:txBody>
      </p:sp>
      <p:pic>
        <p:nvPicPr>
          <p:cNvPr id="442" name="Google Shape;442;p15"/>
          <p:cNvPicPr preferRelativeResize="0"/>
          <p:nvPr/>
        </p:nvPicPr>
        <p:blipFill rotWithShape="1">
          <a:blip r:embed="rId3">
            <a:alphaModFix/>
          </a:blip>
          <a:srcRect b="17540" l="11154" r="15908" t="16846"/>
          <a:stretch/>
        </p:blipFill>
        <p:spPr>
          <a:xfrm>
            <a:off x="0" y="1483360"/>
            <a:ext cx="4199890" cy="2312670"/>
          </a:xfrm>
          <a:prstGeom prst="rect">
            <a:avLst/>
          </a:prstGeom>
          <a:noFill/>
          <a:ln>
            <a:noFill/>
          </a:ln>
        </p:spPr>
      </p:pic>
      <p:pic>
        <p:nvPicPr>
          <p:cNvPr id="443" name="Google Shape;443;p15"/>
          <p:cNvPicPr preferRelativeResize="0"/>
          <p:nvPr/>
        </p:nvPicPr>
        <p:blipFill rotWithShape="1">
          <a:blip r:embed="rId4">
            <a:alphaModFix/>
          </a:blip>
          <a:srcRect b="34556" l="10758" r="39697" t="16139"/>
          <a:stretch/>
        </p:blipFill>
        <p:spPr>
          <a:xfrm>
            <a:off x="4279265" y="1483360"/>
            <a:ext cx="4566920" cy="2393950"/>
          </a:xfrm>
          <a:prstGeom prst="rect">
            <a:avLst/>
          </a:prstGeom>
          <a:noFill/>
          <a:ln>
            <a:noFill/>
          </a:ln>
        </p:spPr>
      </p:pic>
      <p:pic>
        <p:nvPicPr>
          <p:cNvPr id="444" name="Google Shape;444;p15"/>
          <p:cNvPicPr preferRelativeResize="0"/>
          <p:nvPr/>
        </p:nvPicPr>
        <p:blipFill rotWithShape="1">
          <a:blip r:embed="rId5">
            <a:alphaModFix/>
          </a:blip>
          <a:srcRect b="42110" l="10657" r="43939" t="16139"/>
          <a:stretch/>
        </p:blipFill>
        <p:spPr>
          <a:xfrm>
            <a:off x="-80010" y="3796030"/>
            <a:ext cx="4279900" cy="3061970"/>
          </a:xfrm>
          <a:prstGeom prst="rect">
            <a:avLst/>
          </a:prstGeom>
          <a:noFill/>
          <a:ln>
            <a:noFill/>
          </a:ln>
        </p:spPr>
      </p:pic>
      <p:pic>
        <p:nvPicPr>
          <p:cNvPr id="445" name="Google Shape;445;p15"/>
          <p:cNvPicPr preferRelativeResize="0"/>
          <p:nvPr/>
        </p:nvPicPr>
        <p:blipFill rotWithShape="1">
          <a:blip r:embed="rId6">
            <a:alphaModFix/>
          </a:blip>
          <a:srcRect b="42277" l="10952" r="40979" t="16487"/>
          <a:stretch/>
        </p:blipFill>
        <p:spPr>
          <a:xfrm>
            <a:off x="4279265" y="3877310"/>
            <a:ext cx="4627245" cy="2918460"/>
          </a:xfrm>
          <a:prstGeom prst="rect">
            <a:avLst/>
          </a:prstGeom>
          <a:noFill/>
          <a:ln>
            <a:noFill/>
          </a:ln>
        </p:spPr>
      </p:pic>
      <p:pic>
        <p:nvPicPr>
          <p:cNvPr id="446" name="Google Shape;446;p15"/>
          <p:cNvPicPr preferRelativeResize="0"/>
          <p:nvPr/>
        </p:nvPicPr>
        <p:blipFill rotWithShape="1">
          <a:blip r:embed="rId7">
            <a:alphaModFix/>
          </a:blip>
          <a:srcRect b="24781" l="22008" r="23112" t="25612"/>
          <a:stretch/>
        </p:blipFill>
        <p:spPr>
          <a:xfrm>
            <a:off x="8846185" y="1483360"/>
            <a:ext cx="3345180" cy="2806700"/>
          </a:xfrm>
          <a:prstGeom prst="rect">
            <a:avLst/>
          </a:prstGeom>
          <a:noFill/>
          <a:ln>
            <a:noFill/>
          </a:ln>
        </p:spPr>
      </p:pic>
      <p:pic>
        <p:nvPicPr>
          <p:cNvPr id="447" name="Google Shape;447;p15"/>
          <p:cNvPicPr preferRelativeResize="0"/>
          <p:nvPr/>
        </p:nvPicPr>
        <p:blipFill rotWithShape="1">
          <a:blip r:embed="rId8">
            <a:alphaModFix/>
          </a:blip>
          <a:srcRect b="35082" l="12033" r="33975" t="14915"/>
          <a:stretch/>
        </p:blipFill>
        <p:spPr>
          <a:xfrm>
            <a:off x="8846185" y="4289425"/>
            <a:ext cx="3345815" cy="256921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63031deb29_0_48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Modelo de Entidad distribución</a:t>
            </a:r>
            <a:endParaRPr/>
          </a:p>
        </p:txBody>
      </p:sp>
      <p:sp>
        <p:nvSpPr>
          <p:cNvPr id="453" name="Google Shape;453;g363031deb29_0_489"/>
          <p:cNvSpPr txBox="1"/>
          <p:nvPr/>
        </p:nvSpPr>
        <p:spPr>
          <a:xfrm>
            <a:off x="9057725" y="57219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a:t>link</a:t>
            </a:r>
            <a:endParaRPr/>
          </a:p>
        </p:txBody>
      </p:sp>
      <p:pic>
        <p:nvPicPr>
          <p:cNvPr id="454" name="Google Shape;454;g363031deb29_0_489"/>
          <p:cNvPicPr preferRelativeResize="0"/>
          <p:nvPr/>
        </p:nvPicPr>
        <p:blipFill>
          <a:blip r:embed="rId3">
            <a:alphaModFix/>
          </a:blip>
          <a:stretch>
            <a:fillRect/>
          </a:stretch>
        </p:blipFill>
        <p:spPr>
          <a:xfrm>
            <a:off x="1745950" y="1603525"/>
            <a:ext cx="6045700" cy="48623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63031deb29_0_50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Diccionario de datos</a:t>
            </a:r>
            <a:endParaRPr/>
          </a:p>
        </p:txBody>
      </p:sp>
      <p:pic>
        <p:nvPicPr>
          <p:cNvPr id="460" name="Google Shape;460;g363031deb29_0_503"/>
          <p:cNvPicPr preferRelativeResize="0"/>
          <p:nvPr/>
        </p:nvPicPr>
        <p:blipFill>
          <a:blip r:embed="rId3">
            <a:alphaModFix/>
          </a:blip>
          <a:stretch>
            <a:fillRect/>
          </a:stretch>
        </p:blipFill>
        <p:spPr>
          <a:xfrm>
            <a:off x="85800" y="1550250"/>
            <a:ext cx="5748301" cy="2860450"/>
          </a:xfrm>
          <a:prstGeom prst="rect">
            <a:avLst/>
          </a:prstGeom>
          <a:noFill/>
          <a:ln>
            <a:noFill/>
          </a:ln>
        </p:spPr>
      </p:pic>
      <p:pic>
        <p:nvPicPr>
          <p:cNvPr id="461" name="Google Shape;461;g363031deb29_0_503"/>
          <p:cNvPicPr preferRelativeResize="0"/>
          <p:nvPr/>
        </p:nvPicPr>
        <p:blipFill>
          <a:blip r:embed="rId4">
            <a:alphaModFix/>
          </a:blip>
          <a:stretch>
            <a:fillRect/>
          </a:stretch>
        </p:blipFill>
        <p:spPr>
          <a:xfrm>
            <a:off x="5959875" y="1690825"/>
            <a:ext cx="6053102" cy="27198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63031deb29_0_511"/>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Diagrama de Clases y  </a:t>
            </a:r>
            <a:r>
              <a:rPr lang="es-MX" sz="4000">
                <a:solidFill>
                  <a:schemeClr val="lt1"/>
                </a:solidFill>
                <a:latin typeface="Work Sans Medium"/>
                <a:ea typeface="Work Sans Medium"/>
                <a:cs typeface="Work Sans Medium"/>
                <a:sym typeface="Work Sans Medium"/>
              </a:rPr>
              <a:t>Relación </a:t>
            </a:r>
            <a:endParaRPr/>
          </a:p>
        </p:txBody>
      </p:sp>
      <p:sp>
        <p:nvSpPr>
          <p:cNvPr id="467" name="Google Shape;467;g363031deb29_0_511"/>
          <p:cNvSpPr txBox="1"/>
          <p:nvPr/>
        </p:nvSpPr>
        <p:spPr>
          <a:xfrm>
            <a:off x="10761225" y="56405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a:t>link</a:t>
            </a:r>
            <a:endParaRPr/>
          </a:p>
          <a:p>
            <a:pPr indent="0" lvl="0" marL="0" rtl="0" algn="l">
              <a:spcBef>
                <a:spcPts val="0"/>
              </a:spcBef>
              <a:spcAft>
                <a:spcPts val="0"/>
              </a:spcAft>
              <a:buNone/>
            </a:pPr>
            <a:r>
              <a:t/>
            </a:r>
            <a:endParaRPr/>
          </a:p>
        </p:txBody>
      </p:sp>
      <p:pic>
        <p:nvPicPr>
          <p:cNvPr id="468" name="Google Shape;468;g363031deb29_0_511"/>
          <p:cNvPicPr preferRelativeResize="0"/>
          <p:nvPr/>
        </p:nvPicPr>
        <p:blipFill>
          <a:blip r:embed="rId3">
            <a:alphaModFix/>
          </a:blip>
          <a:stretch>
            <a:fillRect/>
          </a:stretch>
        </p:blipFill>
        <p:spPr>
          <a:xfrm>
            <a:off x="152400" y="1478100"/>
            <a:ext cx="10608825" cy="5227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363031deb29_0_531"/>
          <p:cNvSpPr txBox="1"/>
          <p:nvPr>
            <p:ph type="title"/>
          </p:nvPr>
        </p:nvSpPr>
        <p:spPr>
          <a:xfrm>
            <a:off x="8382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Dominio del sistema</a:t>
            </a:r>
            <a:endParaRPr/>
          </a:p>
        </p:txBody>
      </p:sp>
      <p:pic>
        <p:nvPicPr>
          <p:cNvPr id="474" name="Google Shape;474;g363031deb29_0_531"/>
          <p:cNvPicPr preferRelativeResize="0"/>
          <p:nvPr/>
        </p:nvPicPr>
        <p:blipFill>
          <a:blip r:embed="rId3">
            <a:alphaModFix/>
          </a:blip>
          <a:stretch>
            <a:fillRect/>
          </a:stretch>
        </p:blipFill>
        <p:spPr>
          <a:xfrm>
            <a:off x="1083500" y="1415475"/>
            <a:ext cx="9864250" cy="5227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63031deb29_0_515"/>
          <p:cNvSpPr txBox="1"/>
          <p:nvPr>
            <p:ph type="title"/>
          </p:nvPr>
        </p:nvSpPr>
        <p:spPr>
          <a:xfrm>
            <a:off x="592250" y="-16190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Calibri"/>
              <a:buNone/>
            </a:pPr>
            <a:r>
              <a:rPr lang="es-MX" sz="4000">
                <a:solidFill>
                  <a:schemeClr val="lt1"/>
                </a:solidFill>
                <a:latin typeface="Work Sans Medium"/>
                <a:ea typeface="Work Sans Medium"/>
                <a:cs typeface="Work Sans Medium"/>
                <a:sym typeface="Work Sans Medium"/>
              </a:rPr>
              <a:t>Diagrama de Distribución</a:t>
            </a:r>
            <a:endParaRPr/>
          </a:p>
        </p:txBody>
      </p:sp>
      <p:pic>
        <p:nvPicPr>
          <p:cNvPr id="480" name="Google Shape;480;g363031deb29_0_515"/>
          <p:cNvPicPr preferRelativeResize="0"/>
          <p:nvPr/>
        </p:nvPicPr>
        <p:blipFill rotWithShape="1">
          <a:blip r:embed="rId3">
            <a:alphaModFix/>
          </a:blip>
          <a:srcRect b="0" l="0" r="4187" t="0"/>
          <a:stretch/>
        </p:blipFill>
        <p:spPr>
          <a:xfrm>
            <a:off x="2925825" y="1409750"/>
            <a:ext cx="4497325" cy="5600024"/>
          </a:xfrm>
          <a:prstGeom prst="rect">
            <a:avLst/>
          </a:prstGeom>
          <a:noFill/>
          <a:ln>
            <a:noFill/>
          </a:ln>
        </p:spPr>
      </p:pic>
      <p:sp>
        <p:nvSpPr>
          <p:cNvPr id="481" name="Google Shape;481;g363031deb29_0_515"/>
          <p:cNvSpPr txBox="1"/>
          <p:nvPr/>
        </p:nvSpPr>
        <p:spPr>
          <a:xfrm>
            <a:off x="8959550" y="602670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MX"/>
              <a:t>link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pic>
        <p:nvPicPr>
          <p:cNvPr descr="Imagen que contiene Interfaz de usuario gráfica&#10;&#10;Descripción generada automáticamente" id="486" name="Google Shape;486;p16"/>
          <p:cNvPicPr preferRelativeResize="0"/>
          <p:nvPr/>
        </p:nvPicPr>
        <p:blipFill rotWithShape="1">
          <a:blip r:embed="rId3">
            <a:alphaModFix/>
          </a:blip>
          <a:srcRect b="0" l="0" r="0" t="0"/>
          <a:stretch/>
        </p:blipFill>
        <p:spPr>
          <a:xfrm>
            <a:off x="0" y="0"/>
            <a:ext cx="12192000" cy="68580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2024-03-15T00:49:00Z</dcterms:created>
  <dc:creator>Carlos Andrés Herrera Mora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F69C30B2A03843C0A7F4EE0C0E462E15_13</vt:lpwstr>
  </property>
  <property fmtid="{D5CDD505-2E9C-101B-9397-08002B2CF9AE}" pid="3" name="KSOProductBuildVer">
    <vt:lpwstr>3082-12.2.0.20326</vt:lpwstr>
  </property>
</Properties>
</file>